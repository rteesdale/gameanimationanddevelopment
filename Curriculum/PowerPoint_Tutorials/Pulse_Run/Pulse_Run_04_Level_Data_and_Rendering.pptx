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d45ebe4dfe49be" /><Relationship Type="http://schemas.openxmlformats.org/officeDocument/2006/relationships/extended-properties" Target="/docProps/app.xml" Id="R33d06e9e367946a8" /><Relationship Type="http://schemas.openxmlformats.org/officeDocument/2006/relationships/officeDocument" Target="/ppt/presentation.xml" Id="R7357f082dcd849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64bb08a8514143"/>
  </p:sldMasterIdLst>
  <p:notesMasterIdLst>
    <p:notesMasterId xmlns:r="http://schemas.openxmlformats.org/officeDocument/2006/relationships" r:id="R427fa5bc08e841ab"/>
  </p:notesMasterIdLst>
  <p:sldIdLst>
    <p:sldId xmlns:r="http://schemas.openxmlformats.org/officeDocument/2006/relationships" id="256" r:id="Rbd8a2fa08d6c4712"/>
    <p:sldId xmlns:r="http://schemas.openxmlformats.org/officeDocument/2006/relationships" id="257" r:id="R01871ee702124849"/>
    <p:sldId xmlns:r="http://schemas.openxmlformats.org/officeDocument/2006/relationships" id="258" r:id="R8b6b9d2b427c497e"/>
    <p:sldId xmlns:r="http://schemas.openxmlformats.org/officeDocument/2006/relationships" id="259" r:id="R61045aaec3f147a3"/>
    <p:sldId xmlns:r="http://schemas.openxmlformats.org/officeDocument/2006/relationships" id="260" r:id="R02701918f87d4c23"/>
    <p:sldId xmlns:r="http://schemas.openxmlformats.org/officeDocument/2006/relationships" id="261" r:id="R8643ced9332349f5"/>
    <p:sldId xmlns:r="http://schemas.openxmlformats.org/officeDocument/2006/relationships" id="262" r:id="R2f4f543db8e14e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e8f089c7014852" /><Relationship Type="http://schemas.openxmlformats.org/officeDocument/2006/relationships/slideMaster" Target="/ppt/slideMasters/slideMaster1.xml" Id="R9e64bb08a8514143" /><Relationship Type="http://schemas.openxmlformats.org/officeDocument/2006/relationships/notesMaster" Target="/ppt/notesMasters/notesMaster1.xml" Id="R427fa5bc08e841ab" /><Relationship Type="http://schemas.openxmlformats.org/officeDocument/2006/relationships/presProps" Target="/ppt/presProps.xml" Id="R7f5c867b51114655" /><Relationship Type="http://schemas.openxmlformats.org/officeDocument/2006/relationships/tableStyles" Target="/ppt/tableStyles.xml" Id="Ra5bade4ede394bd8" /><Relationship Type="http://schemas.openxmlformats.org/officeDocument/2006/relationships/slide" Target="/ppt/slides/slide1.xml" Id="Rbd8a2fa08d6c4712" /><Relationship Type="http://schemas.openxmlformats.org/officeDocument/2006/relationships/slide" Target="/ppt/slides/slide2.xml" Id="R01871ee702124849" /><Relationship Type="http://schemas.openxmlformats.org/officeDocument/2006/relationships/slide" Target="/ppt/slides/slide3.xml" Id="R8b6b9d2b427c497e" /><Relationship Type="http://schemas.openxmlformats.org/officeDocument/2006/relationships/slide" Target="/ppt/slides/slide4.xml" Id="R61045aaec3f147a3" /><Relationship Type="http://schemas.openxmlformats.org/officeDocument/2006/relationships/slide" Target="/ppt/slides/slide5.xml" Id="R02701918f87d4c23" /><Relationship Type="http://schemas.openxmlformats.org/officeDocument/2006/relationships/slide" Target="/ppt/slides/slide6.xml" Id="R8643ced9332349f5" /><Relationship Type="http://schemas.openxmlformats.org/officeDocument/2006/relationships/slide" Target="/ppt/slides/slide7.xml" Id="R2f4f543db8e14e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2fb15921d64b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86f8724ac041d7" /><Relationship Type="http://schemas.openxmlformats.org/officeDocument/2006/relationships/notesMaster" Target="/ppt/notesMasters/notesMaster1.xml" Id="Rcb76e743aa884d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fd1d68e34548af" /><Relationship Type="http://schemas.openxmlformats.org/officeDocument/2006/relationships/notesMaster" Target="/ppt/notesMasters/notesMaster1.xml" Id="R558a6a189a0f4f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74cd75eb924921" /><Relationship Type="http://schemas.openxmlformats.org/officeDocument/2006/relationships/notesMaster" Target="/ppt/notesMasters/notesMaster1.xml" Id="Ra880f8e4b0c644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0518caa1a64020" /><Relationship Type="http://schemas.openxmlformats.org/officeDocument/2006/relationships/notesMaster" Target="/ppt/notesMasters/notesMaster1.xml" Id="R590f1eac7cd64c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80374ae65945ca" /><Relationship Type="http://schemas.openxmlformats.org/officeDocument/2006/relationships/notesMaster" Target="/ppt/notesMasters/notesMaster1.xml" Id="Rac668d5fa6154c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5e4501525a4a3e" /><Relationship Type="http://schemas.openxmlformats.org/officeDocument/2006/relationships/notesMaster" Target="/ppt/notesMasters/notesMaster1.xml" Id="R53bf4305cbf245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92313e722c4c7a" /><Relationship Type="http://schemas.openxmlformats.org/officeDocument/2006/relationships/notesMaster" Target="/ppt/notesMasters/notesMaster1.xml" Id="Rdd0a643bb58d43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mobile view to reinforce that logical game coordinates remain the same when the Canvas appears smaller.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see data as a design tool, not merely as syntax.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which property they would change to move a spike later.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x = obstacle.x - state.distance + PLAYER.x.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adding a new object from adding a new object type.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drawBackground(), drawGround(), and drawObstacle() in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 commas carefully. A syntax error in an array often comes from missing punctuation.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8e583d8fc47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cd9924c33c4079" /><Relationship Type="http://schemas.openxmlformats.org/officeDocument/2006/relationships/slideLayout" Target="/ppt/slideLayouts/slideLayout1.xml" Id="R5673cf6446c243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73cf6446c243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7cd2523494979" /><Relationship Type="http://schemas.openxmlformats.org/officeDocument/2006/relationships/image" Target="/ppt/media/image.png" Id="R62abada8a54947ce" /><Relationship Type="http://schemas.openxmlformats.org/officeDocument/2006/relationships/notesSlide" Target="/ppt/notesSlides/notesSlide1.xml" Id="R5df592acd81948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c54ae545940d3" /><Relationship Type="http://schemas.openxmlformats.org/officeDocument/2006/relationships/notesSlide" Target="/ppt/notesSlides/notesSlide2.xml" Id="R78e0e187798d48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a37ccdd8f4d98" /><Relationship Type="http://schemas.openxmlformats.org/officeDocument/2006/relationships/notesSlide" Target="/ppt/notesSlides/notesSlide3.xml" Id="R4295d7972ca24c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9c70b42f043bd" /><Relationship Type="http://schemas.openxmlformats.org/officeDocument/2006/relationships/notesSlide" Target="/ppt/notesSlides/notesSlide4.xml" Id="R14effed553ec40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b79446307407c" /><Relationship Type="http://schemas.openxmlformats.org/officeDocument/2006/relationships/notesSlide" Target="/ppt/notesSlides/notesSlide5.xml" Id="R285f75bf86924a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709587d9f48d8" /><Relationship Type="http://schemas.openxmlformats.org/officeDocument/2006/relationships/notesSlide" Target="/ppt/notesSlides/notesSlide6.xml" Id="Ra539c8a17ace4f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143755c634f90" /><Relationship Type="http://schemas.openxmlformats.org/officeDocument/2006/relationships/notesSlide" Target="/ppt/notesSlides/notesSlide7.xml" Id="Redbfe2a2db5742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bada8a54947ce"/>
          <a:srcRect xmlns:a="http://schemas.openxmlformats.org/drawingml/2006/main" l="0" t="37004" r="0" b="370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DAAEE-C5AD-4813-B2AF-A2ED6D2F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55EF0-DFD3-4228-9BF6-A24D5978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EE71C-C5D3-4244-B71A-43B06210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04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PULSE RUN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37424-832B-47A4-8788-68A8B11B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Level Data and Rendering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F5186-5495-4155-8A43-9DE02A24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obstacle records become a scrolling course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20DA8-1863-4A63-B972-9BE2AF9C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Beginner coding tutorial</a:t>
            </a:r>
          </a:p>
        </p:txBody>
      </p:sp>
    </p:spTree>
    <p:extLst>
      <p:ext uri="{BB962C8B-B14F-4D97-AF65-F5344CB8AC3E}">
        <p14:creationId xmlns:p14="http://schemas.microsoft.com/office/powerpoint/2010/main" val="269386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65623-86A0-402F-8C37-057B28FE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Learning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81F2E-ECF7-4BF4-9238-C405E1A1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24760-7C87-4434-B15F-144F7884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96AA6-8CC3-485D-A4EF-93C578D7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By the end of this tutorial, students can: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C5675-E255-4A01-970F-4C2FEE22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9906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Read an obstacle object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Explain world and screen positions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Trace how type selects a drawing method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Edit level pacing without rewriting the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696B0-8A61-4743-9B09-404A9368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BE179-5FD8-4B3D-95D1-182BFF7D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Key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4215E-184B-4295-80F1-1933C0E1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How can one drawing function render many different obstacles?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66631-3986-4134-9954-4CBF63B8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04: Level Data and Rendering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9EE8E-AF32-4D11-90C6-544A1D7E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1444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62C12-DA52-479E-8B64-1C044906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Obstacles are stored as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70488-98DB-4267-A7E2-617D2046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DCFE8-791C-462A-8425-90228F13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07121-44BC-4D8A-9C88-7A08D0C3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6C7E6-DF1F-47DB-A375-7086A724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const obstacles = [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{ type: "spike",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  x: 980, width: 44, height: 48 },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{ type: "block",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  x: 2150, width: 86, height: 72 }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];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E9C2A-1A03-40E6-A742-8ADA3184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type chooses behaviour and drawing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x places the object in the level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width and height describe size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One array contains the course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22E96-D180-4C10-A1E7-A27641AD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04: Level Data and Rendering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82B63-B1CD-4192-87E7-D9D748EC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06201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34425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6265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90875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5ADF9-4FAD-4867-8AA6-7FF5D5C1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World position becomes screen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13EDF-FD07-484D-87E2-98E9F9BC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FC6BC-3908-4988-BA93-70675E5A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44DBB-4E32-4A49-95EB-EA0F128A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Obstacle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world 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633C0-01D8-4E05-979F-C2024FC5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Subtract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distance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E43D2-1FD3-47B9-AB24-E6AFE281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Add player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screen 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76BFF-074C-4C22-9FDB-D270A5E9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82DC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Current</a:t>
            </a:r>
          </a:p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screen 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E4019-1F5C-439A-A063-C86ED26D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player stays near the left while the level moves past the camera.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6B87B-AA64-4C3C-A908-ED55D112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04: Level Data and Rendering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C82E0-A8A2-4BA1-BCEF-E67D9DFF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74162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BFC2A-600D-439A-8C8F-BC043694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Type selects the drawing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5DD5A-7888-4947-A503-B44FDE44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7D208-0388-4264-8CFC-E6EB81B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63F44-A48A-459F-ABCC-B5BACDA5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5AD2A-430B-41C3-BAB0-1D3F3899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if (obstacle.type === "spike") {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// draw a triangle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} else {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// draw a block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obstacles.forEach(drawObstacle);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AAC93-438E-4FEF-B0C2-529A519B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loop visits every record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One function handles both types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New records reuse existing logic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Visible objects skip no game 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F0DC3-C8DE-4632-9A6B-1291B44F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04: Level Data and Rendering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D1206-1C19-4913-B40F-A1F14537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29027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894AE-3A58-466C-87DB-38F6050C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Foreground and background move differently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6FE5D-0B46-4AA2-90B8-2F7CD689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937BC-62F7-41F3-B7BE-2144F7BF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2AF83-72FB-41F5-A7EB-E8035B6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Gameplay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AEA37-1B19-4D74-8FAA-C26DA7AE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Background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4671C-2B71-4223-8691-CD9FAAA4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4FBCA-791F-49F9-B3BE-22DD3A4A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Ground uses full distance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Obstacles use full distance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Movement must match collision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Timing affects challenge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7DC0E-89A8-40B3-875B-34C73750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Mountains use a small multiplier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Stars move even more slowly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Parallax suggests depth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No collision rules apply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BF83F-BC90-45C2-BF2E-33FF0968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04: Level Data and Rendering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C2A0D-2CD9-4588-AA0C-F5AE54F0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9297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4F1FB-3B1C-4583-AB2E-3BB470A6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Checkpoint: add a fair obstacle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72F36-209A-4C79-99F9-47F7F4BA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2E8DC-3676-455B-AAFA-9DEC588E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132D7-C848-4B31-8797-54E0F2C8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Add one new spike to a safe part of the course.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D67A0-7954-40EA-8978-1C2CF22D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Task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80243-98E0-4C38-86F5-362E6AE2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628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Choose an x position with enough warning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Copy one spike record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Change only the x value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Run the full approach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Ask another person to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66315-180A-42F2-BEF4-060B6485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599A2-D987-40CC-B4FD-ABDB1E5D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2357B-5C44-470F-9153-D7D97EB6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new data record and one observation from a playtest.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FC49E-A0A0-47CC-BD36-337CD22B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04: Level Data and Rendering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E9275-E4CE-4BBC-827A-846A8965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39304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2026-09-25T01:48:53.4340000Z</dcterms:created>
  <dcterms:modified xsi:type="dcterms:W3CDTF">2026-09-25T01:48:53.4340000Z</dcterms:modified>
</coreProperties>
</file>