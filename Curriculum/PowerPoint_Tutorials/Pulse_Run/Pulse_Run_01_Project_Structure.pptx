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ab17d3e8984b3f" /><Relationship Type="http://schemas.openxmlformats.org/officeDocument/2006/relationships/extended-properties" Target="/docProps/app.xml" Id="R15883fe4022e469e" /><Relationship Type="http://schemas.openxmlformats.org/officeDocument/2006/relationships/officeDocument" Target="/ppt/presentation.xml" Id="Rcb6ddf67f05746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519c59dc2f4b01"/>
  </p:sldMasterIdLst>
  <p:notesMasterIdLst>
    <p:notesMasterId xmlns:r="http://schemas.openxmlformats.org/officeDocument/2006/relationships" r:id="R5553e64f86214733"/>
  </p:notesMasterIdLst>
  <p:sldIdLst>
    <p:sldId xmlns:r="http://schemas.openxmlformats.org/officeDocument/2006/relationships" id="256" r:id="Rdf6984c731ad47ef"/>
    <p:sldId xmlns:r="http://schemas.openxmlformats.org/officeDocument/2006/relationships" id="257" r:id="Rd9f9d3db00a44cc9"/>
    <p:sldId xmlns:r="http://schemas.openxmlformats.org/officeDocument/2006/relationships" id="258" r:id="R0c8420376c764c20"/>
    <p:sldId xmlns:r="http://schemas.openxmlformats.org/officeDocument/2006/relationships" id="259" r:id="Rfd94555b0d344670"/>
    <p:sldId xmlns:r="http://schemas.openxmlformats.org/officeDocument/2006/relationships" id="260" r:id="Rb886ee8075c24513"/>
    <p:sldId xmlns:r="http://schemas.openxmlformats.org/officeDocument/2006/relationships" id="261" r:id="R80da586213c6469b"/>
    <p:sldId xmlns:r="http://schemas.openxmlformats.org/officeDocument/2006/relationships" id="262" r:id="R9df0e0537bf74a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043994e9854f77" /><Relationship Type="http://schemas.openxmlformats.org/officeDocument/2006/relationships/slideMaster" Target="/ppt/slideMasters/slideMaster1.xml" Id="Ra1519c59dc2f4b01" /><Relationship Type="http://schemas.openxmlformats.org/officeDocument/2006/relationships/notesMaster" Target="/ppt/notesMasters/notesMaster1.xml" Id="R5553e64f86214733" /><Relationship Type="http://schemas.openxmlformats.org/officeDocument/2006/relationships/presProps" Target="/ppt/presProps.xml" Id="R0b6c3e5052c64b08" /><Relationship Type="http://schemas.openxmlformats.org/officeDocument/2006/relationships/tableStyles" Target="/ppt/tableStyles.xml" Id="Re9f4508884784d93" /><Relationship Type="http://schemas.openxmlformats.org/officeDocument/2006/relationships/slide" Target="/ppt/slides/slide1.xml" Id="Rdf6984c731ad47ef" /><Relationship Type="http://schemas.openxmlformats.org/officeDocument/2006/relationships/slide" Target="/ppt/slides/slide2.xml" Id="Rd9f9d3db00a44cc9" /><Relationship Type="http://schemas.openxmlformats.org/officeDocument/2006/relationships/slide" Target="/ppt/slides/slide3.xml" Id="R0c8420376c764c20" /><Relationship Type="http://schemas.openxmlformats.org/officeDocument/2006/relationships/slide" Target="/ppt/slides/slide4.xml" Id="Rfd94555b0d344670" /><Relationship Type="http://schemas.openxmlformats.org/officeDocument/2006/relationships/slide" Target="/ppt/slides/slide5.xml" Id="Rb886ee8075c24513" /><Relationship Type="http://schemas.openxmlformats.org/officeDocument/2006/relationships/slide" Target="/ppt/slides/slide6.xml" Id="R80da586213c6469b" /><Relationship Type="http://schemas.openxmlformats.org/officeDocument/2006/relationships/slide" Target="/ppt/slides/slide7.xml" Id="R9df0e0537bf74a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9ec50ce26444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c874ecd9c8413a" /><Relationship Type="http://schemas.openxmlformats.org/officeDocument/2006/relationships/notesMaster" Target="/ppt/notesMasters/notesMaster1.xml" Id="R0f19dba4d4d640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ca5f753d0845aa" /><Relationship Type="http://schemas.openxmlformats.org/officeDocument/2006/relationships/notesMaster" Target="/ppt/notesMasters/notesMaster1.xml" Id="Ra277bfaf81644e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c63090dbbd4fea" /><Relationship Type="http://schemas.openxmlformats.org/officeDocument/2006/relationships/notesMaster" Target="/ppt/notesMasters/notesMaster1.xml" Id="R63b8703912814e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cfa3afcd674afd" /><Relationship Type="http://schemas.openxmlformats.org/officeDocument/2006/relationships/notesMaster" Target="/ppt/notesMasters/notesMaster1.xml" Id="R0d5042cd48c949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c1174617a74f6e" /><Relationship Type="http://schemas.openxmlformats.org/officeDocument/2006/relationships/notesMaster" Target="/ppt/notesMasters/notesMaster1.xml" Id="R498c80ff87a444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5a19ed67844986" /><Relationship Type="http://schemas.openxmlformats.org/officeDocument/2006/relationships/notesMaster" Target="/ppt/notesMasters/notesMaster1.xml" Id="R160fd7be80724f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f1e22ce1214daa" /><Relationship Type="http://schemas.openxmlformats.org/officeDocument/2006/relationships/notesMaster" Target="/ppt/notesMasters/notesMaster1.xml" Id="Re09b189a039243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index.html before presenting. Ask students what they think the browser must load before the game can appear.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goals as a diagnostic. Students may know HTML or CSS but still confuse structure, appearance, and behaviour.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one example from the game for each box. Source: local index.html, style.css, and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the closing body tag in index.html. Ask why loading the script last helps. Source: 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Canvas is pixels while HTML contains real controls and readable text. Source: index.html and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locate both ids in index.html, then find these constants in game.js. Source: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chain: button element, startButton constant, addEventListener, startRun().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f772e5b0604a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b3bf248bca4db8" /><Relationship Type="http://schemas.openxmlformats.org/officeDocument/2006/relationships/slideLayout" Target="/ppt/slideLayouts/slideLayout1.xml" Id="Rc09d3b93921a40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9d3b93921a40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562cbe71a477f" /><Relationship Type="http://schemas.openxmlformats.org/officeDocument/2006/relationships/image" Target="/ppt/media/image.png" Id="R50155b8a7ad14cb7" /><Relationship Type="http://schemas.openxmlformats.org/officeDocument/2006/relationships/notesSlide" Target="/ppt/notesSlides/notesSlide1.xml" Id="Rb663f89f268145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118af39bd40fc" /><Relationship Type="http://schemas.openxmlformats.org/officeDocument/2006/relationships/notesSlide" Target="/ppt/notesSlides/notesSlide2.xml" Id="R6d4160ff24d042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8eaad0b734e88" /><Relationship Type="http://schemas.openxmlformats.org/officeDocument/2006/relationships/notesSlide" Target="/ppt/notesSlides/notesSlide3.xml" Id="R25c2eb26bcf944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83795e07a4c91" /><Relationship Type="http://schemas.openxmlformats.org/officeDocument/2006/relationships/notesSlide" Target="/ppt/notesSlides/notesSlide4.xml" Id="Rae988f95d60d49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946e94c494fdc" /><Relationship Type="http://schemas.openxmlformats.org/officeDocument/2006/relationships/notesSlide" Target="/ppt/notesSlides/notesSlide5.xml" Id="R50676201ff224b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ca23f4c5b42d5" /><Relationship Type="http://schemas.openxmlformats.org/officeDocument/2006/relationships/notesSlide" Target="/ppt/notesSlides/notesSlide6.xml" Id="R83e9a202063649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45f785b7d47f6" /><Relationship Type="http://schemas.openxmlformats.org/officeDocument/2006/relationships/notesSlide" Target="/ppt/notesSlides/notesSlide7.xml" Id="R4ab2a0880a8449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155b8a7ad14cb7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A9125-CD58-4D73-809A-78C14F0A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>
              <a:alpha val="7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A0EBC-963E-4BC6-BD0C-6331B0C6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143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67245-EB93-4813-B5AE-B8CE2DCF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049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PULSE RUN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B913F-08FE-4EFB-91BD-E717B944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9750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Project Structure and Canvas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A7AB5-C8D0-45CA-BB1E-3DA5106E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05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How HTML, CSS, and JavaScript divide the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1659E-A256-40A3-AD7A-8C59F347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864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Beginner coding tutorial</a:t>
            </a:r>
          </a:p>
        </p:txBody>
      </p:sp>
    </p:spTree>
    <p:extLst>
      <p:ext uri="{BB962C8B-B14F-4D97-AF65-F5344CB8AC3E}">
        <p14:creationId xmlns:p14="http://schemas.microsoft.com/office/powerpoint/2010/main" val="1070605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9F32E-EFF6-4BED-BAF9-4EE64CD8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Learning goals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76ABC-5CBA-45D5-8184-D72F516D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00589-CC19-4CB4-BF85-10F27EB6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DB520-3E94-4C63-88F7-C112F24F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By the end of this tutorial, students can: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08123-A2B3-4231-BA0B-E09FCA03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9906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Explain the purpose of index.html, style.css, and game.js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Identify which interface elements belong in HTML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Describe why the moving world belongs inside Canvas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Trace how the script connects to the page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41F12-A32F-41C4-BE61-E6EBD871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5E426-E64E-470A-BE41-062060F6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Key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D95F1-FBAD-43EE-98E1-81CADD34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Which file should change when the game needs a new behaviour?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AB169-B445-44D8-AFC3-D83A42AC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01: Project Structure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43171-136A-41AA-85F4-BE64C313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438514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810500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tailEnd type="triangle" w="sm" len="sm"/>
          </a:ln>
        </p:spPr>
      </p:cxnSp>
      <p:cxnSp>
        <p:nvCxnSpPr>
          <p:cNvPr id="1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114800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A3B862-92A0-446C-99D8-DF581867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Three files, three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5C3C4-CC49-4311-9556-D9F1587B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BD699-F26B-4CB4-B672-E46D0FE2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5498C-4E56-4052-8000-D654D54A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429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HTML</a:t>
            </a:r>
          </a:p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AB7A8-94AF-4FFE-9D7A-A00E3B1F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05050"/>
            <a:ext cx="3429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CC3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CSS</a:t>
            </a:r>
          </a:p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Appearance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C0557-A62E-41A6-91B0-88A085AC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05050"/>
            <a:ext cx="3429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5B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JavaScript</a:t>
            </a:r>
          </a:p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Behaviour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9B5AF-9F76-46B9-A211-9BDB070B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The browser combines all three files into one playable experience.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97F79-F08D-4223-9612-D7191E02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Pulse Run 01: Project Structure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A3E88-1D8A-4218-BB48-7575EBF9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457048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9B4F9-A5BA-41B2-9B60-1111AC6F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page loads the game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4CDC3-4157-4F00-A457-0895536F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19F61-6B14-4C33-B130-932431B8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AD8E4-0D0D-4FBA-B56F-B99ABC70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191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28575">
            <a:solidFill>
              <a:srgbClr val="FFCC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17030-B674-4AA1-BB0A-663A2E09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57340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&lt;canvas id="gameCanvas"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width="960" height="540"&gt;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&lt;/canvas&gt;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&lt;script src="js/game.js"&gt;&lt;/script&gt;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DB623-BF5F-47E0-9E95-EBE12DC2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38300"/>
            <a:ext cx="4095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Canvas supplies the drawing surface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id lets JavaScript find it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script loads after the HTML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A classic script works from file://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25D13-67F2-4811-8993-3A19763C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01: Project 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49FF3-1BFD-46DC-B518-99BB07FA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983505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D15AB9-9597-469D-90F9-2AAD81F1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Canvas and HTML have different jobs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F57D0-F177-4EA7-B12D-3BA2F424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FBA81-3B61-4CA8-B525-ADAE9D7C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5AFC6-AEE0-4EDE-A6D6-CDEB1605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Canvas game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00D48-0D27-4996-BCE2-E024AABE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HTML interface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706DA-C7B3-4E58-80B3-77BD08CD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24000"/>
            <a:ext cx="285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B02E3-8108-45B2-93CB-8FC490B9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Player and obstacles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Background and ground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Frame by frame movement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Debug hitboxes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87D43-A417-4BCD-8CE7-68A2B4D5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Start and restart buttons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Progress and attempt text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Pause and sound controls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Accessible status messages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FE89C-B1DE-4672-A4E8-EE71D1B7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01: Project Structure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525EB-45E8-4915-988A-C030F390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266193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0A11F-7AD3-4923-9A8D-0D9DF427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JavaScript finds HTML elements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DD823-5CAB-4DEB-B768-27D924BC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E271C-414D-4EEA-8B9F-C10118CE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7291C-226D-4176-BD1D-A054C16A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191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28575">
            <a:solidFill>
              <a:srgbClr val="45D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A69DB-AEE3-4EA8-A679-06BF6FA1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57340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const canvas = document.querySelector(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"#gameCanvas"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const startButton = document.querySelector(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"#startButton"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0110A-D275-425C-A3F8-6A5F66E7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38300"/>
            <a:ext cx="4095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# means an element id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result is stored in a constant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Later code can draw or listen for clicks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lookup happens once at startup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DF6C9-7D28-44C8-9F73-1E3A1DA3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01: Project 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3C187-579E-4801-844C-5DD06B3E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646967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6583AC-6DEB-47FA-BA3B-537C6932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Checkpoint: trace one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D3F80-AD65-4338-A631-8B7060F1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F15F0-A6FC-48B9-9884-CAFECAF4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E07B9-7508-4A19-89C7-A3B9D3A5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Trace the Start button from HTML to JavaScript.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BCAAB-E32B-450B-858F-2D2D0ADD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Task steps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F4CF9-3871-4A59-AFCD-E12FB6C7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6286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Find id="startButton" in index.html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Find the matching querySelector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Find its click event listener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Explain which function runs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CFC88-7F29-45B9-9C40-F03B07C4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81300"/>
            <a:ext cx="381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5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44ACD-B5EC-4DD3-802E-C2709870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8FFF57-7938-4E2E-9172-B8E05A35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A four step explanation using the actual names from the source.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295AF-0912-4B99-99E6-B57116DB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Pulse Run 01: Project Structure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38AC39-9EDA-4D3D-9424-3FC7B0C1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889222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2026-09-25T01:48:32.2890000Z</dcterms:created>
  <dcterms:modified xsi:type="dcterms:W3CDTF">2026-09-25T01:48:32.2890000Z</dcterms:modified>
</coreProperties>
</file>