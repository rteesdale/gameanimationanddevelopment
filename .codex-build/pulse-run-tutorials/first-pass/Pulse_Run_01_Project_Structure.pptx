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9f8b0d328f43b9" /><Relationship Type="http://schemas.openxmlformats.org/officeDocument/2006/relationships/extended-properties" Target="/docProps/app.xml" Id="R894363b06f604f75" /><Relationship Type="http://schemas.openxmlformats.org/officeDocument/2006/relationships/officeDocument" Target="/ppt/presentation.xml" Id="R527ea09f6d8e42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3e9b66909740f8"/>
  </p:sldMasterIdLst>
  <p:notesMasterIdLst>
    <p:notesMasterId xmlns:r="http://schemas.openxmlformats.org/officeDocument/2006/relationships" r:id="R78818bc7682b4f79"/>
  </p:notesMasterIdLst>
  <p:sldIdLst>
    <p:sldId xmlns:r="http://schemas.openxmlformats.org/officeDocument/2006/relationships" id="256" r:id="R380ae1aeaa57444a"/>
    <p:sldId xmlns:r="http://schemas.openxmlformats.org/officeDocument/2006/relationships" id="257" r:id="R8a63f45f6fc84c95"/>
    <p:sldId xmlns:r="http://schemas.openxmlformats.org/officeDocument/2006/relationships" id="258" r:id="R1289c3a0f88a4512"/>
    <p:sldId xmlns:r="http://schemas.openxmlformats.org/officeDocument/2006/relationships" id="259" r:id="Rfe4e73dfeffb4b62"/>
    <p:sldId xmlns:r="http://schemas.openxmlformats.org/officeDocument/2006/relationships" id="260" r:id="Ra28075093f5b4a15"/>
    <p:sldId xmlns:r="http://schemas.openxmlformats.org/officeDocument/2006/relationships" id="261" r:id="Rd9e3bfa2870a4f14"/>
    <p:sldId xmlns:r="http://schemas.openxmlformats.org/officeDocument/2006/relationships" id="262" r:id="Rd7532ff660fd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d16515e7a44c5" /><Relationship Type="http://schemas.openxmlformats.org/officeDocument/2006/relationships/slideMaster" Target="/ppt/slideMasters/slideMaster1.xml" Id="Rb73e9b66909740f8" /><Relationship Type="http://schemas.openxmlformats.org/officeDocument/2006/relationships/notesMaster" Target="/ppt/notesMasters/notesMaster1.xml" Id="R78818bc7682b4f79" /><Relationship Type="http://schemas.openxmlformats.org/officeDocument/2006/relationships/presProps" Target="/ppt/presProps.xml" Id="R630767d2463d4327" /><Relationship Type="http://schemas.openxmlformats.org/officeDocument/2006/relationships/tableStyles" Target="/ppt/tableStyles.xml" Id="Rd2796882f9804da6" /><Relationship Type="http://schemas.openxmlformats.org/officeDocument/2006/relationships/slide" Target="/ppt/slides/slide1.xml" Id="R380ae1aeaa57444a" /><Relationship Type="http://schemas.openxmlformats.org/officeDocument/2006/relationships/slide" Target="/ppt/slides/slide2.xml" Id="R8a63f45f6fc84c95" /><Relationship Type="http://schemas.openxmlformats.org/officeDocument/2006/relationships/slide" Target="/ppt/slides/slide3.xml" Id="R1289c3a0f88a4512" /><Relationship Type="http://schemas.openxmlformats.org/officeDocument/2006/relationships/slide" Target="/ppt/slides/slide4.xml" Id="Rfe4e73dfeffb4b62" /><Relationship Type="http://schemas.openxmlformats.org/officeDocument/2006/relationships/slide" Target="/ppt/slides/slide5.xml" Id="Ra28075093f5b4a15" /><Relationship Type="http://schemas.openxmlformats.org/officeDocument/2006/relationships/slide" Target="/ppt/slides/slide6.xml" Id="Rd9e3bfa2870a4f14" /><Relationship Type="http://schemas.openxmlformats.org/officeDocument/2006/relationships/slide" Target="/ppt/slides/slide7.xml" Id="Rd7532ff660fd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e68ab7fa04f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52d3ba18043b2" /><Relationship Type="http://schemas.openxmlformats.org/officeDocument/2006/relationships/notesMaster" Target="/ppt/notesMasters/notesMaster1.xml" Id="R8bc54ee89ffd47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8f0fa1f7714f0a" /><Relationship Type="http://schemas.openxmlformats.org/officeDocument/2006/relationships/notesMaster" Target="/ppt/notesMasters/notesMaster1.xml" Id="Rb8381102e0c34f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9aef51f964185" /><Relationship Type="http://schemas.openxmlformats.org/officeDocument/2006/relationships/notesMaster" Target="/ppt/notesMasters/notesMaster1.xml" Id="R9e280f439101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530d4ab284bcc" /><Relationship Type="http://schemas.openxmlformats.org/officeDocument/2006/relationships/notesMaster" Target="/ppt/notesMasters/notesMaster1.xml" Id="R17a373a7ff9b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f0ed07e96e4fe5" /><Relationship Type="http://schemas.openxmlformats.org/officeDocument/2006/relationships/notesMaster" Target="/ppt/notesMasters/notesMaster1.xml" Id="R832ebfe5193949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042dfb1b764b14" /><Relationship Type="http://schemas.openxmlformats.org/officeDocument/2006/relationships/notesMaster" Target="/ppt/notesMasters/notesMaster1.xml" Id="R769ce839780a40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29458366645b0" /><Relationship Type="http://schemas.openxmlformats.org/officeDocument/2006/relationships/notesMaster" Target="/ppt/notesMasters/notesMaster1.xml" Id="R464dded4792043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index.html before presenting. Ask students what they think the browser must load before the game can appear.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goals as a diagnostic. Students may know HTML or CSS but still confuse structure, appearance, and behaviour.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example from the game for each box. Source: local index.html, style.css, and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closing body tag in index.html. Ask why loading the script last helps. Source: 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Canvas is pixels while HTML contains real controls and readable text. Source: index.html and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locate both ids in index.html, then find these constants in game.js.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chain: button element, startButton constant, addEventListener, startRun().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45524261b49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523d09c0a4319" /><Relationship Type="http://schemas.openxmlformats.org/officeDocument/2006/relationships/slideLayout" Target="/ppt/slideLayouts/slideLayout1.xml" Id="R23df71435100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df71435100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5177b1c3e4ede" /><Relationship Type="http://schemas.openxmlformats.org/officeDocument/2006/relationships/image" Target="/ppt/media/image.png" Id="R8ceb52ff38f44262" /><Relationship Type="http://schemas.openxmlformats.org/officeDocument/2006/relationships/notesSlide" Target="/ppt/notesSlides/notesSlide1.xml" Id="R6d136b584353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383ea08bb44c2" /><Relationship Type="http://schemas.openxmlformats.org/officeDocument/2006/relationships/notesSlide" Target="/ppt/notesSlides/notesSlide2.xml" Id="R620a565a2fbc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c1c30c3b450e" /><Relationship Type="http://schemas.openxmlformats.org/officeDocument/2006/relationships/notesSlide" Target="/ppt/notesSlides/notesSlide3.xml" Id="Rb3ada7ae4a0f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952279ac4f6c" /><Relationship Type="http://schemas.openxmlformats.org/officeDocument/2006/relationships/notesSlide" Target="/ppt/notesSlides/notesSlide4.xml" Id="R49ccc0f5121d45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cf47be4304f22" /><Relationship Type="http://schemas.openxmlformats.org/officeDocument/2006/relationships/notesSlide" Target="/ppt/notesSlides/notesSlide5.xml" Id="Rba6e6eecc99c49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c2393eec94cd9" /><Relationship Type="http://schemas.openxmlformats.org/officeDocument/2006/relationships/notesSlide" Target="/ppt/notesSlides/notesSlide6.xml" Id="R035ffa404c314c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fcbd399c24ba4" /><Relationship Type="http://schemas.openxmlformats.org/officeDocument/2006/relationships/notesSlide" Target="/ppt/notesSlides/notesSlide7.xml" Id="R5103016c90d14d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b52ff38f44262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9BEC0-9ABB-4B9B-BFA9-D85B83F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C437C-A0D6-421A-974D-AAEF627C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B21B0-FFF3-4E8B-8E6D-A2AAE41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406A7-7174-40FD-826F-2CE6BE3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Structure and Canvas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D08BE-C0E4-4510-B783-D0133B9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HTML, CSS, and JavaScript divide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F293A-91FA-4255-A92D-9B30E66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43699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B8AC0-3FAF-4E3F-8ACC-B2C8CA5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AAA3E-6285-417A-908E-F7A90A0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C837C-D61C-461C-A3E3-5F9AF25C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6104D-5BB0-4C00-B0F9-B852FF3E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57D74-1657-468D-9F1E-AD4F3EF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the purpose of index.html, style.css, and game.js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Identify which interface elements belong in HTML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why the moving world belongs inside Canvas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Trace how the script connects to the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A1A02-F9DA-4D0B-B843-867F9906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97D8F-5126-4BBC-BBB9-38177A9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ED80B-222D-42AE-B6B0-1B173AB8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Which file should change when the game needs a new behaviour?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20796-0130-4AF8-85B7-17C4DE0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6C5E1-58B2-4B10-88C6-A498EB0A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5478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1480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402F1-6C0D-47A2-BE7D-60371CF8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Three files, three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61A3E-2430-4CF5-A0EB-C89FFA7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8C590-67C5-4773-97BC-B9B2301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FC530-F488-477E-BEF6-6D20FE9E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HTML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C2626-F60F-4FA6-9525-217A35A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CSS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Appearance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880BB-47F9-45AA-84F3-D2B18CE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JavaScript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Behaviour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7894C-1F4C-4333-B3A6-2DEC482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browser combines all three files into one playable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74763-09CC-42F2-B117-C10F7F16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968A9-30EE-4754-9858-43058B3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5499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F0691-3DFF-4D27-95A6-C56690B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page loads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F5A4A-825E-4ACF-A645-41E4D379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818CA-A36C-4732-825B-2A35213E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AD311-66DE-45B1-806D-D6D77CF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FFCC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BD7E8-A5E3-4387-8C59-6B430D3C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&lt;canvas id="gameCanvas"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width="960" height="540"&gt;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&lt;/canvas&gt;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&lt;script src="js/game.js"&gt;&lt;/script&gt;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788D4-D834-495A-8208-59755404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Canvas supplies the drawing surface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id lets JavaScript find it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script loads after the HTML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 classic script works from file://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F9442-F779-4637-BC7E-757B78A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2206D-73CC-4127-A88A-EF756AC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5763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FADD7-E9F6-492A-9955-055DCE4A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Canvas and HTML have different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7EC46-C137-4F3C-AF9F-6005E57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C4FEA-7C9D-410A-A9AF-5870B74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11B24-2152-41C9-8B34-3E3F6CFE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Canvas game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D5DED-022D-4C7E-8ED5-127D9394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HTML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8A1EC-ACC9-496C-9D1A-0829EA55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04F52-7561-4966-92D3-4EEF708D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Player and obstacles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Background and ground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Frame by frame movement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Debug hitboxes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5B0D6-BF9E-4C42-BE56-C5A111EE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Start and restart buttons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Progress and attempt text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Pause and sound controls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Accessible status 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42D62-78D3-4893-BD9A-B2B6531A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18014-491D-4BE7-B1AB-C4CBD566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3345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AB312-2782-45FC-9C33-7A7978D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JavaScript finds HTML elements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A32DC-119E-48C7-8214-39051B1B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91C4A-769F-4BBA-AACD-A24008DF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5B4C9-4B46-485F-BF51-49F06B4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7299-6A8C-456A-882F-4B4136C8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canvas = document.querySelector(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"#gameCanvas"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startButton = document.querySelector(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"#startButton"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7F1A4-AE03-466B-9278-4EAB348B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# means an element id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result is stored in a constant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Later code can draw or listen for clicks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lookup happens once at startup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9F930-21CD-4B81-84D4-94CEDAFD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ADCE-6C5B-47AD-BEB9-4291CC6E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6127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DF2F0-A15D-4F55-9FED-1E2A35C0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trace one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7B3E2-C3F5-435A-8F4D-8F089AE8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9DFC9-B54B-40E5-96C4-F8EFC93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43308-B793-42C6-8A90-7E9BF2A2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Trace the Start button from HTML to JavaScript.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F0A58-D4B4-4064-853E-49C5E12F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CD18D-67E8-4DF4-9E48-50172E6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id="startButton" in index.html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the matching querySelector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its click event listener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Explain which function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19C3A-0664-4557-A2FA-384DCD41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94B5-2102-4A5A-998A-C4459528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D26B-A6EB-4892-92A0-9D12ECE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four step explanation using the actual names from the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423A4-08A6-48CD-866A-C13C276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EEF05-4B76-4EFA-9361-4E9A081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9266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2026-09-25T01:44:57.0240000Z</dcterms:created>
  <dcterms:modified xsi:type="dcterms:W3CDTF">2026-09-25T01:44:57.0240000Z</dcterms:modified>
</coreProperties>
</file>