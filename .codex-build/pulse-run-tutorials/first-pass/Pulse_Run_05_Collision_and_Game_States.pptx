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8449f080c466a" /><Relationship Type="http://schemas.openxmlformats.org/officeDocument/2006/relationships/extended-properties" Target="/docProps/app.xml" Id="Rabf6bd5c410f4379" /><Relationship Type="http://schemas.openxmlformats.org/officeDocument/2006/relationships/officeDocument" Target="/ppt/presentation.xml" Id="Rab2d89f8270249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07daf6d6024974"/>
  </p:sldMasterIdLst>
  <p:notesMasterIdLst>
    <p:notesMasterId xmlns:r="http://schemas.openxmlformats.org/officeDocument/2006/relationships" r:id="Rde2bb6728ffc4c96"/>
  </p:notesMasterIdLst>
  <p:sldIdLst>
    <p:sldId xmlns:r="http://schemas.openxmlformats.org/officeDocument/2006/relationships" id="256" r:id="R655c33d428044d1e"/>
    <p:sldId xmlns:r="http://schemas.openxmlformats.org/officeDocument/2006/relationships" id="257" r:id="R4c5e704155794837"/>
    <p:sldId xmlns:r="http://schemas.openxmlformats.org/officeDocument/2006/relationships" id="258" r:id="R07b4f51f3ae34f6a"/>
    <p:sldId xmlns:r="http://schemas.openxmlformats.org/officeDocument/2006/relationships" id="259" r:id="R726bdf3483894506"/>
    <p:sldId xmlns:r="http://schemas.openxmlformats.org/officeDocument/2006/relationships" id="260" r:id="Re767ccf8a35b42a0"/>
    <p:sldId xmlns:r="http://schemas.openxmlformats.org/officeDocument/2006/relationships" id="261" r:id="Ra5f9167f15e645f1"/>
    <p:sldId xmlns:r="http://schemas.openxmlformats.org/officeDocument/2006/relationships" id="262" r:id="Rd8d571f9b3ce4b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7dbb7689af44f8" /><Relationship Type="http://schemas.openxmlformats.org/officeDocument/2006/relationships/slideMaster" Target="/ppt/slideMasters/slideMaster1.xml" Id="Rd407daf6d6024974" /><Relationship Type="http://schemas.openxmlformats.org/officeDocument/2006/relationships/notesMaster" Target="/ppt/notesMasters/notesMaster1.xml" Id="Rde2bb6728ffc4c96" /><Relationship Type="http://schemas.openxmlformats.org/officeDocument/2006/relationships/presProps" Target="/ppt/presProps.xml" Id="Radc6c91c53014801" /><Relationship Type="http://schemas.openxmlformats.org/officeDocument/2006/relationships/tableStyles" Target="/ppt/tableStyles.xml" Id="R9a1de553cce14ca0" /><Relationship Type="http://schemas.openxmlformats.org/officeDocument/2006/relationships/slide" Target="/ppt/slides/slide1.xml" Id="R655c33d428044d1e" /><Relationship Type="http://schemas.openxmlformats.org/officeDocument/2006/relationships/slide" Target="/ppt/slides/slide2.xml" Id="R4c5e704155794837" /><Relationship Type="http://schemas.openxmlformats.org/officeDocument/2006/relationships/slide" Target="/ppt/slides/slide3.xml" Id="R07b4f51f3ae34f6a" /><Relationship Type="http://schemas.openxmlformats.org/officeDocument/2006/relationships/slide" Target="/ppt/slides/slide4.xml" Id="R726bdf3483894506" /><Relationship Type="http://schemas.openxmlformats.org/officeDocument/2006/relationships/slide" Target="/ppt/slides/slide5.xml" Id="Re767ccf8a35b42a0" /><Relationship Type="http://schemas.openxmlformats.org/officeDocument/2006/relationships/slide" Target="/ppt/slides/slide6.xml" Id="Ra5f9167f15e645f1" /><Relationship Type="http://schemas.openxmlformats.org/officeDocument/2006/relationships/slide" Target="/ppt/slides/slide7.xml" Id="Rd8d571f9b3ce4b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c4cdc5405e46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5487698d0f455e" /><Relationship Type="http://schemas.openxmlformats.org/officeDocument/2006/relationships/notesMaster" Target="/ppt/notesMasters/notesMaster1.xml" Id="Rb35067d0c1dc4d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bb5b2c659940e4" /><Relationship Type="http://schemas.openxmlformats.org/officeDocument/2006/relationships/notesMaster" Target="/ppt/notesMasters/notesMaster1.xml" Id="R2d3bc144347b49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6cee1751d41f2" /><Relationship Type="http://schemas.openxmlformats.org/officeDocument/2006/relationships/notesMaster" Target="/ppt/notesMasters/notesMaster1.xml" Id="R832529b67917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53cdabea2495c" /><Relationship Type="http://schemas.openxmlformats.org/officeDocument/2006/relationships/notesMaster" Target="/ppt/notesMasters/notesMaster1.xml" Id="Re37e8573b3244b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fa3923ce0c4a1c" /><Relationship Type="http://schemas.openxmlformats.org/officeDocument/2006/relationships/notesMaster" Target="/ppt/notesMasters/notesMaster1.xml" Id="Rf6db3ffb5cf545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e39154f1d84ff2" /><Relationship Type="http://schemas.openxmlformats.org/officeDocument/2006/relationships/notesMaster" Target="/ppt/notesMasters/notesMaster1.xml" Id="R62a777f591b54b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47deedd7e5479b" /><Relationship Type="http://schemas.openxmlformats.org/officeDocument/2006/relationships/notesMaster" Target="/ppt/notesMasters/notesMaster1.xml" Id="Rced47f14742c49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Press D during play. Explain that the green rectangles are the boundaries used by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Collision becomes easier when students separate detection from the response that follows.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two books or sheets of paper to demonstrate overlap physically.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inset in playerRect() and the narrow spike rectangle.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previous position prevents side contact from becoming a landing.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transitions: Start, P, collision, finish, Restart. Source: state.mode and related functions in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aim is explanation. Students should not change hitboxes until they can describe the current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6fb097ba7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37e2f6c4b4dc7" /><Relationship Type="http://schemas.openxmlformats.org/officeDocument/2006/relationships/slideLayout" Target="/ppt/slideLayouts/slideLayout1.xml" Id="R0b62748eeac1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62748eeac1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290d4232240c2" /><Relationship Type="http://schemas.openxmlformats.org/officeDocument/2006/relationships/image" Target="/ppt/media/image.png" Id="R9a595798ca1241ab" /><Relationship Type="http://schemas.openxmlformats.org/officeDocument/2006/relationships/notesSlide" Target="/ppt/notesSlides/notesSlide1.xml" Id="R6b3b4733970e45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d6aa443c344db" /><Relationship Type="http://schemas.openxmlformats.org/officeDocument/2006/relationships/notesSlide" Target="/ppt/notesSlides/notesSlide2.xml" Id="R8a122cbb9b3c44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668f5c7c64d05" /><Relationship Type="http://schemas.openxmlformats.org/officeDocument/2006/relationships/notesSlide" Target="/ppt/notesSlides/notesSlide3.xml" Id="Re490590d47fd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32e80b8c4f39" /><Relationship Type="http://schemas.openxmlformats.org/officeDocument/2006/relationships/notesSlide" Target="/ppt/notesSlides/notesSlide4.xml" Id="R02b074bf8e6446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a6bc048274597" /><Relationship Type="http://schemas.openxmlformats.org/officeDocument/2006/relationships/notesSlide" Target="/ppt/notesSlides/notesSlide5.xml" Id="R6bf6ac283bc442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48d9b104f4c7a" /><Relationship Type="http://schemas.openxmlformats.org/officeDocument/2006/relationships/notesSlide" Target="/ppt/notesSlides/notesSlide6.xml" Id="Radc59c4f63c243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7cc06eb224329" /><Relationship Type="http://schemas.openxmlformats.org/officeDocument/2006/relationships/notesSlide" Target="/ppt/notesSlides/notesSlide7.xml" Id="Redde6a6573e944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95798ca1241ab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ECD91-23DD-40F8-B799-0042EED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B3CD3-B10F-472B-878E-58CA602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95E23-578D-4C34-A35E-3976E5D5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DF236-BF3B-4BCE-A1C2-B61E16CC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Collision and Game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230C4-12D5-4420-BD8F-C0483A6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invisible rectangles control loss, landing, pause, and victory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27CEF-3FD6-4127-A6E1-802324D2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2103133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81D0C-B9DC-4170-85A8-78C7D250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B0627-8ACC-4DCC-A21F-D44DA427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7851E-8F1C-4966-881B-2307AE9C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74D9D-EBDB-4518-882A-25E4D015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8AB34-57E2-4AE9-A7DC-15FB5C0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rectangular overlap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why hitboxes can be smaller than artwork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Distinguish landing from crashing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Trace ready, playing, paused, lost, and won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00DF7-5E57-414D-A0F5-4472B72A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A3ADF-1096-4B8A-991C-292E0780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A1C1E-9A0B-478C-81B3-04DF420F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How does the game decide what should happen after contact?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C0A0D-44B3-4A51-AAB6-41C72A7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FBD1D-8CC4-4C5C-924B-0EFB603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26866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A4760-7DE9-4070-B3AB-2337C204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Rectangles overlap when all edges cross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5BFAA-C277-40A8-9F76-0F5B86DF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F7E7A-CE7F-4007-ACF6-14C2E5FB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F0930-11E9-4F07-AA49-27E57AC1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55A0B-6166-4845-B861-3F811FA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return a.x &lt; b.x + b.width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a.x + a.width &gt; b.x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a.y &lt; b.y + b.height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a.y + a.height &gt; b.y;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C439B-379D-4AEA-BE04-CB7A2664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Each line compares one pair of edges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All four conditions must be true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false condition means separation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test works for player and obstacles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4EF99-AED5-4AEC-B794-E48AFB7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A7DAB-DE99-46D7-9A84-E886F321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1848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DA597-AF45-4DD3-A643-9A1DE97E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Artwork and hitboxes serve different purposes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7803E-5DEE-493C-8BC1-871A138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F5189-1F4B-43F4-9170-A2FC62B9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8C1AA-BCA0-4CD2-841B-C30F627D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Visible shape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ADC1D-79B5-4EDB-B526-C2BA7A1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Collision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00A65-6300-42C4-83B4-4E053C72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BD24B-F401-482A-83DE-D043789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Communicates the object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May rotate or contain empty space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Can change during the art pass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Supports the visual style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7D9DC-7C3A-4938-A1DB-793A9AD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Defines contact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Uses simple rectangles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Stays predictable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Can be slightly forgiving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37B01-29E0-4BA2-8E7F-71AD587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B74AE-E63B-4DEC-A35B-7D503FD4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1108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34CBE-00F3-4BC4-81D9-67740C29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 block can support or stop the player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FEA88-2CEE-407F-8DA2-117AD230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EDA6B-3B98-45A2-8256-C8F42493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E8A99-9DA0-425F-A97A-78E867B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3E848-46DB-4E41-A568-1C6892D0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fallingOntoBlock 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state.player.velocityY &gt;= 0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previousBottom &lt;= blockTop + 8;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(overlaps(player, collision) &amp;&amp;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fallingOntoBlock)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// place player on top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555F2-E6D8-48BD-9693-B5D38416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Velocity confirms downward movement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Previous position shows the approach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tolerance allows a fair landing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Other overlap causes a crash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5E40B-EAFC-41EF-B721-19CD40C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C946E-9E9A-4CC2-8058-35A33E22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28399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3442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3FC88-59A8-4A9A-AA5F-F1C5B75C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Game states control available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C321A-A268-4C18-B2FF-04D3DDCA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BE895-6CF6-438F-8A3D-157D5CB0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6D2C8-2EA2-4A30-88FB-1032FD5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53B8E-92B2-4F3A-8BBC-47B5098D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F61EE-D8C6-4C1D-8822-4FF4B708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Paused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EED8B-831B-482A-904E-2BC2A7E9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Lost or won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B5679-2A3F-4FC6-865A-BD258A9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Input means something different in each state, but one state is active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1E64B-9233-4AC9-A453-EA4FECCF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B85CF-52DB-428D-B844-40B54585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0936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7167E-5B01-4086-A849-1022AAC0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diagnose a collision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93A67-AA91-44AB-BDEA-A7E4EE34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F9483-891D-46FD-BA06-3EBEDEC9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1A396-2DCB-4980-8DDA-D7E47606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Use debug mode to explain one collision before changing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4C609-224F-484F-B092-7E41080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EAD48-C623-4E99-95DB-986D9EDD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Press D to show hitboxes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Approach one obstacle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Pause near contact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Compare visible and collision shapes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Describe which edges overlap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7F496-20FD-4775-98B0-158D98E7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B98F7-8EB2-4964-BAC9-D3814653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CD55A-3D89-4B65-8584-424151D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 screenshot or sketch with the four relevant edges labelled.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186C8-2098-40F6-9BC9-5939C08E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05: Collision and Game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DFAF7-84DE-423B-9918-160AFFCB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7738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2026-09-25T01:45:25.3890000Z</dcterms:created>
  <dcterms:modified xsi:type="dcterms:W3CDTF">2026-09-25T01:45:25.3890000Z</dcterms:modified>
</coreProperties>
</file>