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1fbbd0c094121" /><Relationship Type="http://schemas.openxmlformats.org/officeDocument/2006/relationships/extended-properties" Target="/docProps/app.xml" Id="Rb2bf7ac6d59f453c" /><Relationship Type="http://schemas.openxmlformats.org/officeDocument/2006/relationships/officeDocument" Target="/ppt/presentation.xml" Id="Rdcd7111cd554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6c138ca2e411a"/>
  </p:sldMasterIdLst>
  <p:notesMasterIdLst>
    <p:notesMasterId xmlns:r="http://schemas.openxmlformats.org/officeDocument/2006/relationships" r:id="Rc5891835a9814314"/>
  </p:notesMasterIdLst>
  <p:sldIdLst>
    <p:sldId xmlns:r="http://schemas.openxmlformats.org/officeDocument/2006/relationships" id="256" r:id="R42ae6799dce5477c"/>
    <p:sldId xmlns:r="http://schemas.openxmlformats.org/officeDocument/2006/relationships" id="257" r:id="R678b4a183692403e"/>
    <p:sldId xmlns:r="http://schemas.openxmlformats.org/officeDocument/2006/relationships" id="258" r:id="R7ac8b88b339f417d"/>
    <p:sldId xmlns:r="http://schemas.openxmlformats.org/officeDocument/2006/relationships" id="259" r:id="R3cd61b6b435d4e7c"/>
    <p:sldId xmlns:r="http://schemas.openxmlformats.org/officeDocument/2006/relationships" id="260" r:id="R08c1700203cf4f03"/>
    <p:sldId xmlns:r="http://schemas.openxmlformats.org/officeDocument/2006/relationships" id="261" r:id="R6b10eb9d90744985"/>
    <p:sldId xmlns:r="http://schemas.openxmlformats.org/officeDocument/2006/relationships" id="262" r:id="Rc7b563dc4b344b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91d23705b949c1" /><Relationship Type="http://schemas.openxmlformats.org/officeDocument/2006/relationships/slideMaster" Target="/ppt/slideMasters/slideMaster1.xml" Id="Re536c138ca2e411a" /><Relationship Type="http://schemas.openxmlformats.org/officeDocument/2006/relationships/notesMaster" Target="/ppt/notesMasters/notesMaster1.xml" Id="Rc5891835a9814314" /><Relationship Type="http://schemas.openxmlformats.org/officeDocument/2006/relationships/presProps" Target="/ppt/presProps.xml" Id="R582d9398cfea4fcf" /><Relationship Type="http://schemas.openxmlformats.org/officeDocument/2006/relationships/tableStyles" Target="/ppt/tableStyles.xml" Id="Rdef3a0093da246fc" /><Relationship Type="http://schemas.openxmlformats.org/officeDocument/2006/relationships/slide" Target="/ppt/slides/slide1.xml" Id="R42ae6799dce5477c" /><Relationship Type="http://schemas.openxmlformats.org/officeDocument/2006/relationships/slide" Target="/ppt/slides/slide2.xml" Id="R678b4a183692403e" /><Relationship Type="http://schemas.openxmlformats.org/officeDocument/2006/relationships/slide" Target="/ppt/slides/slide3.xml" Id="R7ac8b88b339f417d" /><Relationship Type="http://schemas.openxmlformats.org/officeDocument/2006/relationships/slide" Target="/ppt/slides/slide4.xml" Id="R3cd61b6b435d4e7c" /><Relationship Type="http://schemas.openxmlformats.org/officeDocument/2006/relationships/slide" Target="/ppt/slides/slide5.xml" Id="R08c1700203cf4f03" /><Relationship Type="http://schemas.openxmlformats.org/officeDocument/2006/relationships/slide" Target="/ppt/slides/slide6.xml" Id="R6b10eb9d90744985" /><Relationship Type="http://schemas.openxmlformats.org/officeDocument/2006/relationships/slide" Target="/ppt/slides/slide7.xml" Id="Rc7b563dc4b34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c4aa76c9d645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c58a73b12749a0" /><Relationship Type="http://schemas.openxmlformats.org/officeDocument/2006/relationships/notesMaster" Target="/ppt/notesMasters/notesMaster1.xml" Id="R65e04267cbfc49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816b074c5a48ce" /><Relationship Type="http://schemas.openxmlformats.org/officeDocument/2006/relationships/notesMaster" Target="/ppt/notesMasters/notesMaster1.xml" Id="R130df10e52a043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48d32dcff4f9f" /><Relationship Type="http://schemas.openxmlformats.org/officeDocument/2006/relationships/notesMaster" Target="/ppt/notesMasters/notesMaster1.xml" Id="R229b7985e50d4a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6a714b82c44ab" /><Relationship Type="http://schemas.openxmlformats.org/officeDocument/2006/relationships/notesMaster" Target="/ppt/notesMasters/notesMaster1.xml" Id="Rcf1e3bab40c6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f5922d7e046fa" /><Relationship Type="http://schemas.openxmlformats.org/officeDocument/2006/relationships/notesMaster" Target="/ppt/notesMasters/notesMaster1.xml" Id="R01132a3ff59f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b2dacc271f4584" /><Relationship Type="http://schemas.openxmlformats.org/officeDocument/2006/relationships/notesMaster" Target="/ppt/notesMasters/notesMaster1.xml" Id="R535d4353ba7541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5075e8e25f4e31" /><Relationship Type="http://schemas.openxmlformats.org/officeDocument/2006/relationships/notesMaster" Target="/ppt/notesMasters/notesMaster1.xml" Id="R0572937263db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 on hitboxes with D and pause during a jump. Ask students which values must be changing.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focus on relationships between values. Formal physics terminology can come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Canvas, smaller y values are higher on screen.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predict what happens if the minus sign disappears.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Sketch a simple number line on the board: -900, -500, 0, +500.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devices differ, but they call the same function.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Encourage one variable at a time. Restore the source value after the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5015d2dda40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a1d340154d45b8" /><Relationship Type="http://schemas.openxmlformats.org/officeDocument/2006/relationships/slideLayout" Target="/ppt/slideLayouts/slideLayout1.xml" Id="Reb2cd5620314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cd5620314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e1efbed194588" /><Relationship Type="http://schemas.openxmlformats.org/officeDocument/2006/relationships/image" Target="/ppt/media/image.png" Id="Raaaa729bd6474154" /><Relationship Type="http://schemas.openxmlformats.org/officeDocument/2006/relationships/notesSlide" Target="/ppt/notesSlides/notesSlide1.xml" Id="Rff802a880bd4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291c2af343d8" /><Relationship Type="http://schemas.openxmlformats.org/officeDocument/2006/relationships/notesSlide" Target="/ppt/notesSlides/notesSlide2.xml" Id="Rfacc28b262f64f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39ec9c5c24b93" /><Relationship Type="http://schemas.openxmlformats.org/officeDocument/2006/relationships/notesSlide" Target="/ppt/notesSlides/notesSlide3.xml" Id="Rac14694fc9d9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bb8c67b724271" /><Relationship Type="http://schemas.openxmlformats.org/officeDocument/2006/relationships/notesSlide" Target="/ppt/notesSlides/notesSlide4.xml" Id="R0be4cdf0cc85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c907e02924253" /><Relationship Type="http://schemas.openxmlformats.org/officeDocument/2006/relationships/notesSlide" Target="/ppt/notesSlides/notesSlide5.xml" Id="R82c49de1aca74c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b9c277ce7473b" /><Relationship Type="http://schemas.openxmlformats.org/officeDocument/2006/relationships/notesSlide" Target="/ppt/notesSlides/notesSlide6.xml" Id="R31ac1f4050da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eb823b844477" /><Relationship Type="http://schemas.openxmlformats.org/officeDocument/2006/relationships/notesSlide" Target="/ppt/notesSlides/notesSlide7.xml" Id="Rcd9d52b2e49a4a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a729bd6474154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03E53-A832-4DFE-A0E7-0C500B33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70643-B14F-40E9-8DE3-C79971CE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3F015-A602-4F1B-AF5C-E9E161C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2B94B-9236-486E-AC92-033CF25B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Input and Jump Physics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F7FD0-8E58-4BB8-8B4A-099CD14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one button changes velocity and creates a jump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16CCE-21AF-4584-8E02-B1BA44D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028506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FDCDC-F5E5-4969-8225-1452BD6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60D44-F2C7-4466-B663-C9BFEF8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50978-87DD-4E9B-9CE8-92CB8B64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AC604-0815-4965-A157-3FDE726D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0599-E636-4EF0-9D0D-9E38859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Canvas x and y coordinates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vertical position and velocity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how gravity changes a jump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Connect several inputs to one game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7A4D-0795-4281-B7F8-6002D8B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C8AA4-FA35-4A4A-841B-9B836BA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DBB37-5E2A-480A-B224-C3081F7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do velocity and gravity create a complete jump arc?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70A2F-82B3-4D33-9210-29DF49E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7CB16-7D21-4E97-AD52-4D7D5DB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9083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8878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7136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394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3652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27577-61AB-41C6-9ADA-01587182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jump changes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978D2-1EE3-4B8F-84DA-131B9F40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D0AED-10F6-46CE-A44F-1AD00F0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565C9-70EB-4738-B070-B3B4424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Jump sets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negative speed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EABB6-2DBA-4386-BF61-C50E56DC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rises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66208-5E88-4EE5-87FE-A05B08C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slows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F0E3D-8273-48B0-B891-9C10460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Player falls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C0392-BD8A-48E5-9740-84DE21E2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305050"/>
            <a:ext cx="195072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075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 stops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fall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C5970-04F2-4023-B3DA-78F31A9A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One impulse begins the jump. Gravity shapes everything that follows.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33BEE-CE90-4C81-8513-BB2CD0E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20043-3A6E-4CDB-B9FA-73CE744A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065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23FEF-DAEB-4059-87C6-98DB3D3E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jump begins with one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91486-2B56-4B44-A184-6951B5FD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3A3DF-C7D4-4FBC-AEB4-B9827C5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66BC9-EEBF-434C-A621-BD6F0739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32B84-9199-43BE-8318-D0DD054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(state.mode !== "playing" ||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!state.player.grounded)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-PLAYER.jumpSpeed;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state.player.grounded = false;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CB90B-4FD1-4DFA-BBDF-CB8F14D1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guard rejects invalid jumps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Negative y speed moves upward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value starts the whole arc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grounded blocks air jumps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D392C-0F76-4201-A252-2681F9B4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6D940-7EDE-46BD-AD74-AD0A1CA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6426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BE35-DE01-4D37-8FCE-3E6A4726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reverses the motion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6156E-B2F1-4582-BFFD-9E81274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D43AC-F3DE-4A9A-9947-014318FF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93F74-8D41-4D06-8EFF-CBD64A3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149B6-8432-4E14-A0AE-827C6CF1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PLAYER.gravity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* deltaTime;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73812-BFCC-43D1-8FF1-C6C5D69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Gravity adds downward speed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Velocity eventually reaches zero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Positive velocity produces falling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Position changes after velocity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792DD-CD96-4E34-A33F-5CC8C9E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B4AFE-86EA-4FAF-8DA1-D629785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795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BAE3-5222-4F7C-97F0-1C684E3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Many inputs, one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805AA-76AE-4100-A840-D91769C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28108-9007-467C-A5B5-10F2969A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43B45-2FED-4C95-A813-68ED35EC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Input events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D43B2-AD23-46B5-8836-7008F8B0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requestJump()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FE11B-F482-4943-B151-8DB617BC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AC51C-FC9C-43DB-A5E5-E4294E6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Space key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Up Arrow key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Mouse click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tap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A738B-6A33-4E64-8AB6-BBB9AEB1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Starts from ready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Restarts after a result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Checks grounded during play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Applies jump velocity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EC587-3214-4195-BFA2-53341D4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40117-AA88-40ED-A379-BC17908B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6600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F32DA-C94E-4EF2-8B32-096E8AB6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tune the jump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2F47-59BB-461B-9411-3C7C9EB4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3B70E-E199-4955-AF50-9CD07CD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9414E-41BF-49D5-AEB6-7B578D4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Change one physics value and predict the effect before testing.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CFCF4-2E15-412B-A75A-8AD58608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0123A-1E42-4653-B12E-E5BDBA9A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gravity or jumpSpeed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Write a prediction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Change the value by about 10 percent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three trials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Compare the result with the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1F02-681F-4700-802C-325AB627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DAD4-7F09-4031-BA75-294C97F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A4BC1-5189-4D4B-A136-633BD8DB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Before and after values plus one sentence explaining the changed game feel.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EEE48-CF46-43E5-B21D-93420E91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03: Input and Jump Physics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41B06-146C-45D1-9DD1-F8D0F6CF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18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2026-09-25T01:45:11.4650000Z</dcterms:created>
  <dcterms:modified xsi:type="dcterms:W3CDTF">2026-09-25T01:45:11.4650000Z</dcterms:modified>
</coreProperties>
</file>