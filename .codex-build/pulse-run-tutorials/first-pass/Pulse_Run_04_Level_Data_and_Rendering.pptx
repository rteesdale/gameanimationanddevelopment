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9b75e993a84be4" /><Relationship Type="http://schemas.openxmlformats.org/officeDocument/2006/relationships/extended-properties" Target="/docProps/app.xml" Id="Ra11e0684836a46ef" /><Relationship Type="http://schemas.openxmlformats.org/officeDocument/2006/relationships/officeDocument" Target="/ppt/presentation.xml" Id="R9488185a43b94c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6f88f8c4034915"/>
  </p:sldMasterIdLst>
  <p:notesMasterIdLst>
    <p:notesMasterId xmlns:r="http://schemas.openxmlformats.org/officeDocument/2006/relationships" r:id="R77b705042c5c4718"/>
  </p:notesMasterIdLst>
  <p:sldIdLst>
    <p:sldId xmlns:r="http://schemas.openxmlformats.org/officeDocument/2006/relationships" id="256" r:id="R146d65f9fe574eca"/>
    <p:sldId xmlns:r="http://schemas.openxmlformats.org/officeDocument/2006/relationships" id="257" r:id="R00aa02f4c5c44b7f"/>
    <p:sldId xmlns:r="http://schemas.openxmlformats.org/officeDocument/2006/relationships" id="258" r:id="R3caf5dced54d4727"/>
    <p:sldId xmlns:r="http://schemas.openxmlformats.org/officeDocument/2006/relationships" id="259" r:id="R1d204a971f684ac9"/>
    <p:sldId xmlns:r="http://schemas.openxmlformats.org/officeDocument/2006/relationships" id="260" r:id="R683b84d34ea049aa"/>
    <p:sldId xmlns:r="http://schemas.openxmlformats.org/officeDocument/2006/relationships" id="261" r:id="R323fdeb9d853432a"/>
    <p:sldId xmlns:r="http://schemas.openxmlformats.org/officeDocument/2006/relationships" id="262" r:id="R1228732478d94d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3f87c814aa49f6" /><Relationship Type="http://schemas.openxmlformats.org/officeDocument/2006/relationships/slideMaster" Target="/ppt/slideMasters/slideMaster1.xml" Id="R376f88f8c4034915" /><Relationship Type="http://schemas.openxmlformats.org/officeDocument/2006/relationships/notesMaster" Target="/ppt/notesMasters/notesMaster1.xml" Id="R77b705042c5c4718" /><Relationship Type="http://schemas.openxmlformats.org/officeDocument/2006/relationships/presProps" Target="/ppt/presProps.xml" Id="R105705dd375549f0" /><Relationship Type="http://schemas.openxmlformats.org/officeDocument/2006/relationships/tableStyles" Target="/ppt/tableStyles.xml" Id="R4e0417eed8c14245" /><Relationship Type="http://schemas.openxmlformats.org/officeDocument/2006/relationships/slide" Target="/ppt/slides/slide1.xml" Id="R146d65f9fe574eca" /><Relationship Type="http://schemas.openxmlformats.org/officeDocument/2006/relationships/slide" Target="/ppt/slides/slide2.xml" Id="R00aa02f4c5c44b7f" /><Relationship Type="http://schemas.openxmlformats.org/officeDocument/2006/relationships/slide" Target="/ppt/slides/slide3.xml" Id="R3caf5dced54d4727" /><Relationship Type="http://schemas.openxmlformats.org/officeDocument/2006/relationships/slide" Target="/ppt/slides/slide4.xml" Id="R1d204a971f684ac9" /><Relationship Type="http://schemas.openxmlformats.org/officeDocument/2006/relationships/slide" Target="/ppt/slides/slide5.xml" Id="R683b84d34ea049aa" /><Relationship Type="http://schemas.openxmlformats.org/officeDocument/2006/relationships/slide" Target="/ppt/slides/slide6.xml" Id="R323fdeb9d853432a" /><Relationship Type="http://schemas.openxmlformats.org/officeDocument/2006/relationships/slide" Target="/ppt/slides/slide7.xml" Id="R1228732478d9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a6876f771f47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ec54e76bbc45ce" /><Relationship Type="http://schemas.openxmlformats.org/officeDocument/2006/relationships/notesMaster" Target="/ppt/notesMasters/notesMaster1.xml" Id="Ra8d30ce6125e4a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4cabded2aa4eb7" /><Relationship Type="http://schemas.openxmlformats.org/officeDocument/2006/relationships/notesMaster" Target="/ppt/notesMasters/notesMaster1.xml" Id="R94034d8e206c4e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1a019b44c2494f" /><Relationship Type="http://schemas.openxmlformats.org/officeDocument/2006/relationships/notesMaster" Target="/ppt/notesMasters/notesMaster1.xml" Id="R0b83a97af4d743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863aa7fbc3448c" /><Relationship Type="http://schemas.openxmlformats.org/officeDocument/2006/relationships/notesMaster" Target="/ppt/notesMasters/notesMaster1.xml" Id="Re81d4976af8248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daa2982de84830" /><Relationship Type="http://schemas.openxmlformats.org/officeDocument/2006/relationships/notesMaster" Target="/ppt/notesMasters/notesMaster1.xml" Id="Rb6967f4894c143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fff69729ac4f22" /><Relationship Type="http://schemas.openxmlformats.org/officeDocument/2006/relationships/notesMaster" Target="/ppt/notesMasters/notesMaster1.xml" Id="R1e58ee72670a4c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72157266f44fb7" /><Relationship Type="http://schemas.openxmlformats.org/officeDocument/2006/relationships/notesMaster" Target="/ppt/notesMasters/notesMaster1.xml" Id="R07dd048466df41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mobile view to reinforce that logical game coordinates remain the same when the Canvas appears smaller.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see data as a design tool, not merely as syntax.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property they would change to move a spike later.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x = obstacle.x - state.distance + PLAYER.x.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adding a new object from adding a new object type.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drawBackground(), drawGround(), and drawObstacle() in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 commas carefully. A syntax error in an array often comes from missing punctuation.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16c2f515f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f34b3639b54391" /><Relationship Type="http://schemas.openxmlformats.org/officeDocument/2006/relationships/slideLayout" Target="/ppt/slideLayouts/slideLayout1.xml" Id="R7f562661104848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62661104848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0896ed073450d" /><Relationship Type="http://schemas.openxmlformats.org/officeDocument/2006/relationships/image" Target="/ppt/media/image.png" Id="R47647595a9704595" /><Relationship Type="http://schemas.openxmlformats.org/officeDocument/2006/relationships/notesSlide" Target="/ppt/notesSlides/notesSlide1.xml" Id="R046202873ed34f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295361e5f49ff" /><Relationship Type="http://schemas.openxmlformats.org/officeDocument/2006/relationships/notesSlide" Target="/ppt/notesSlides/notesSlide2.xml" Id="R226d87bba2424b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2cc1c20c9494f" /><Relationship Type="http://schemas.openxmlformats.org/officeDocument/2006/relationships/notesSlide" Target="/ppt/notesSlides/notesSlide3.xml" Id="R647771cd76114a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4b68c0e1e48b3" /><Relationship Type="http://schemas.openxmlformats.org/officeDocument/2006/relationships/notesSlide" Target="/ppt/notesSlides/notesSlide4.xml" Id="R019c973c25ac47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f511059224758" /><Relationship Type="http://schemas.openxmlformats.org/officeDocument/2006/relationships/notesSlide" Target="/ppt/notesSlides/notesSlide5.xml" Id="R7a4cc07765ca42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e7c8461ba425d" /><Relationship Type="http://schemas.openxmlformats.org/officeDocument/2006/relationships/notesSlide" Target="/ppt/notesSlides/notesSlide6.xml" Id="Rf539da823b9e47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ea6e51cd74646" /><Relationship Type="http://schemas.openxmlformats.org/officeDocument/2006/relationships/notesSlide" Target="/ppt/notesSlides/notesSlide7.xml" Id="R8cc93e3e37fa4a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47595a9704595"/>
          <a:srcRect xmlns:a="http://schemas.openxmlformats.org/drawingml/2006/main" l="0" t="37004" r="0" b="370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BAE79-73FF-4D99-B025-6CE8EC8F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0D85C-4305-41FA-BD94-15732A8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D55FC-DFE9-4992-8C69-2144B38F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FBA5D-DCCB-4C1D-9FD9-89864490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Level Data and Rendering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46229-304C-45C5-9D59-810F0291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obstacle records become a scrolling course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56E7A-4874-4146-837C-A8AEFB10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1726015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1636F-D18D-48BA-8602-A466C587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F316B-CB69-4E2C-8FB3-1658225F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C22F5-B322-47D3-9A1C-AE5D31EC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C2B5F-F63D-4EEA-B2B5-02C5A964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E3582-6C7D-463B-91B0-9FD4F3A4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Read an obstacle object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world and screen positions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Trace how type selects a drawing method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Edit level pacing without rewriting the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03DEB-30AE-4656-97AE-9BA4803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0541F-D408-4856-9520-F1AD415D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16217-F36A-4431-9CA9-B80570D3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How can one drawing function render many different obstacles?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0FF89-C868-4CC5-A7CA-20AD6375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861FE-C148-4E86-A7B4-CB892291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8907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B0114-DB7C-4E9D-8AF1-03DEAD89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Obstacles are stored as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9D431-9226-43C5-9321-AF1FF5A7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AEA05-112D-40B0-A7D7-84DF6AF4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E05F4-91FF-40DD-A904-6CF9FCDC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AF91B-631C-4CA9-994E-21F0C7EC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const obstacles = [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{ type: "spike",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x: 980, width: 44, height: 48 },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{ type: "block",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x: 2150, width: 86, height: 72 }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];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16DB1-19BA-45D6-A769-CB0BB77A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type chooses behaviour and drawing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x places the object in the level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width and height describe size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One array contains the course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B4862-F948-4B73-980B-F4B434A4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FA0A6-C316-42E4-B3AE-03A47599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223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3442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9087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73399-661F-40C4-AD1E-6261F616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World position becomes screen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0731F-2D5A-4C53-A549-1D27169F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24390-1E42-4904-9D63-BCA50CA9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F455E-51E3-45CF-A3D5-8B76F309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Obstacle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world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C9FF8-8B0B-4D42-A052-8D17846B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Subtract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7635B-A21F-40D3-A94A-CC3A32B1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Add player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screen 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EBE1C-B384-4DCD-AD50-D65B9907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Current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screen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5D2D6-9885-4268-AE88-DE307ADF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player stays near the left while the level moves past the camera.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CD66C-9E49-4A0E-AC27-BDC241D4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08D0E-8B77-481D-BB08-7FBE223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48518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13F7E-EEB0-43B7-8B68-E85D8B8E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Type selects the drawing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22A85-2CD9-4BCC-8783-744D2821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4938C-BAFA-47BF-B26E-E201B62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BD0AC-6C57-49C8-B1CE-C2FA03B9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48B49-C055-4021-B8FE-6ACF3579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(obstacle.type === "spike")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// draw a triangle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// draw a block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obstacles.forEach(drawObstacle);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620FF-DD90-4EB1-B7E9-F6AFDBCB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loop visits every record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One function handles both types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New records reuse existing logic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Visible objects skip no game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ED55D-AA74-45EC-8619-E044A4E2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4F739-79CD-41BC-AF57-7E06760E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07838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58456-2232-48FA-8DA8-966D903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Foreground and background move differently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7EFCE-121B-4186-AE19-38C61ECB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F2A55-B290-48EB-9451-4FC3B7B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561D2-5A09-447F-85AA-727D09C2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Gameplay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06AFB-07E1-432C-A178-F6CF9D8D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Background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0B4E9-D491-4641-80C0-A68EDCB5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15469-9E6C-40DA-9F57-7FC51B0C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Ground uses full distance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Obstacles use full distance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Movement must match collision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Timing affects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1BCD0-225E-40F8-BC4C-C11D719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Mountains use a small multiplier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Stars move even more slowly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Parallax suggests depth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No collision rules apply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37ED7-EB4F-41C4-B790-CC8D4CA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1B911-080C-4474-930F-1A49370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101191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95A8A-B21E-4D37-B7A0-0E7BD4AF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add a fair obstacle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A9610-A3FE-47B7-A70C-653028B4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C08C7-4D66-4F05-BBA6-6AF3F165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B44E3-E820-4E36-86D6-1C165053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Add one new spike to a safe part of the course.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980C8-8A0C-4D23-BA17-51B9E84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317CF-C82D-4F68-ADB0-1946BE3F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an x position with enough warning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Copy one spike record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Change only the x value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Run the full approach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Ask another person to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51288-4752-4ECB-BFAE-E8B00256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7767C-9A68-46F8-8202-1EC40102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D4444-1BF2-484F-B87C-1929CD60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new data record and one observation from a playtest.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0197C-6F30-4AA1-B0B9-A00D5F07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6D7F3-8C46-476A-8A9A-77CDA898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45980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2026-09-25T01:45:18.4260000Z</dcterms:created>
  <dcterms:modified xsi:type="dcterms:W3CDTF">2026-09-25T01:45:18.4260000Z</dcterms:modified>
</coreProperties>
</file>