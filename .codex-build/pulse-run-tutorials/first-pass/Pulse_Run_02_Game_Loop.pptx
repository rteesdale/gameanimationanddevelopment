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94ebf7137a47d2" /><Relationship Type="http://schemas.openxmlformats.org/officeDocument/2006/relationships/extended-properties" Target="/docProps/app.xml" Id="Rac705fc9790c469d" /><Relationship Type="http://schemas.openxmlformats.org/officeDocument/2006/relationships/officeDocument" Target="/ppt/presentation.xml" Id="Rb351ff22c7464c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fbf5fad55e435b"/>
  </p:sldMasterIdLst>
  <p:notesMasterIdLst>
    <p:notesMasterId xmlns:r="http://schemas.openxmlformats.org/officeDocument/2006/relationships" r:id="R441cf499590641ff"/>
  </p:notesMasterIdLst>
  <p:sldIdLst>
    <p:sldId xmlns:r="http://schemas.openxmlformats.org/officeDocument/2006/relationships" id="256" r:id="R855b2edb9f7047b8"/>
    <p:sldId xmlns:r="http://schemas.openxmlformats.org/officeDocument/2006/relationships" id="257" r:id="Rfc2687f65de04c28"/>
    <p:sldId xmlns:r="http://schemas.openxmlformats.org/officeDocument/2006/relationships" id="258" r:id="R0c6e413075804599"/>
    <p:sldId xmlns:r="http://schemas.openxmlformats.org/officeDocument/2006/relationships" id="259" r:id="Rf46095768fe44314"/>
    <p:sldId xmlns:r="http://schemas.openxmlformats.org/officeDocument/2006/relationships" id="260" r:id="Rf0bc4c3d96e047c1"/>
    <p:sldId xmlns:r="http://schemas.openxmlformats.org/officeDocument/2006/relationships" id="261" r:id="R5eb0f6ef36c74550"/>
    <p:sldId xmlns:r="http://schemas.openxmlformats.org/officeDocument/2006/relationships" id="262" r:id="R632fcaaec2764e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d50e4c89864ac5" /><Relationship Type="http://schemas.openxmlformats.org/officeDocument/2006/relationships/slideMaster" Target="/ppt/slideMasters/slideMaster1.xml" Id="Rd8fbf5fad55e435b" /><Relationship Type="http://schemas.openxmlformats.org/officeDocument/2006/relationships/notesMaster" Target="/ppt/notesMasters/notesMaster1.xml" Id="R441cf499590641ff" /><Relationship Type="http://schemas.openxmlformats.org/officeDocument/2006/relationships/presProps" Target="/ppt/presProps.xml" Id="R5a12f61c63494a06" /><Relationship Type="http://schemas.openxmlformats.org/officeDocument/2006/relationships/tableStyles" Target="/ppt/tableStyles.xml" Id="Rfb98c493aecc4faa" /><Relationship Type="http://schemas.openxmlformats.org/officeDocument/2006/relationships/slide" Target="/ppt/slides/slide1.xml" Id="R855b2edb9f7047b8" /><Relationship Type="http://schemas.openxmlformats.org/officeDocument/2006/relationships/slide" Target="/ppt/slides/slide2.xml" Id="Rfc2687f65de04c28" /><Relationship Type="http://schemas.openxmlformats.org/officeDocument/2006/relationships/slide" Target="/ppt/slides/slide3.xml" Id="R0c6e413075804599" /><Relationship Type="http://schemas.openxmlformats.org/officeDocument/2006/relationships/slide" Target="/ppt/slides/slide4.xml" Id="Rf46095768fe44314" /><Relationship Type="http://schemas.openxmlformats.org/officeDocument/2006/relationships/slide" Target="/ppt/slides/slide5.xml" Id="Rf0bc4c3d96e047c1" /><Relationship Type="http://schemas.openxmlformats.org/officeDocument/2006/relationships/slide" Target="/ppt/slides/slide6.xml" Id="R5eb0f6ef36c74550" /><Relationship Type="http://schemas.openxmlformats.org/officeDocument/2006/relationships/slide" Target="/ppt/slides/slide7.xml" Id="R632fcaaec2764e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2c1fd4738e48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9fceb995c04621" /><Relationship Type="http://schemas.openxmlformats.org/officeDocument/2006/relationships/notesMaster" Target="/ppt/notesMasters/notesMaster1.xml" Id="Re55de22a79f34d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d3d49186104805" /><Relationship Type="http://schemas.openxmlformats.org/officeDocument/2006/relationships/notesMaster" Target="/ppt/notesMasters/notesMaster1.xml" Id="R618ab0e1a9c445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b96ab92bdd44c7" /><Relationship Type="http://schemas.openxmlformats.org/officeDocument/2006/relationships/notesMaster" Target="/ppt/notesMasters/notesMaster1.xml" Id="R91aa962f6ba647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21cdae13cd43ef" /><Relationship Type="http://schemas.openxmlformats.org/officeDocument/2006/relationships/notesMaster" Target="/ppt/notesMasters/notesMaster1.xml" Id="Rcedeae05917342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b1f30ec5a84202" /><Relationship Type="http://schemas.openxmlformats.org/officeDocument/2006/relationships/notesMaster" Target="/ppt/notesMasters/notesMaster1.xml" Id="Re600d88c563e44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edd4a1da394b2a" /><Relationship Type="http://schemas.openxmlformats.org/officeDocument/2006/relationships/notesMaster" Target="/ppt/notesMasters/notesMaster1.xml" Id="R9b63650eaa954c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7cd20a96b049b8" /><Relationship Type="http://schemas.openxmlformats.org/officeDocument/2006/relationships/notesMaster" Target="/ppt/notesMasters/notesMaster1.xml" Id="R27b2609b5c8643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game and pause after one jump. Explain that the still image came from many rapid updates.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leave with a conceptual loop before studying individual formulas.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which steps change data and which step only shows data. Source: MDN Anatomy of a video game and local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top to bottom. Source: game.js. Reference: https://developer.mozilla.org/docs/Games/Anatomy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what bug might occur if drawing changed player position.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simple example: 300 pixels per second times 0.02 seconds gives 6 pixels. Source: game.js.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Listen for the misconception that requestAnimationFrame moves objects by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8a0eddf8043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5a636a9a0146c4" /><Relationship Type="http://schemas.openxmlformats.org/officeDocument/2006/relationships/slideLayout" Target="/ppt/slideLayouts/slideLayout1.xml" Id="Re86ea83b480e4b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6ea83b480e4b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4cdd989304cc7" /><Relationship Type="http://schemas.openxmlformats.org/officeDocument/2006/relationships/image" Target="/ppt/media/image.png" Id="R769629d3611a4937" /><Relationship Type="http://schemas.openxmlformats.org/officeDocument/2006/relationships/notesSlide" Target="/ppt/notesSlides/notesSlide1.xml" Id="R73151bdd6bfb49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076c994b44871" /><Relationship Type="http://schemas.openxmlformats.org/officeDocument/2006/relationships/notesSlide" Target="/ppt/notesSlides/notesSlide2.xml" Id="R1e14e5a4c6964c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abbe843484c59" /><Relationship Type="http://schemas.openxmlformats.org/officeDocument/2006/relationships/notesSlide" Target="/ppt/notesSlides/notesSlide3.xml" Id="R4581f7330abd4e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6b6f2179a4153" /><Relationship Type="http://schemas.openxmlformats.org/officeDocument/2006/relationships/notesSlide" Target="/ppt/notesSlides/notesSlide4.xml" Id="R99a497488aa544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6fee569ae4a2c" /><Relationship Type="http://schemas.openxmlformats.org/officeDocument/2006/relationships/notesSlide" Target="/ppt/notesSlides/notesSlide5.xml" Id="Rf7285bfb176048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16a6b67b14ff8" /><Relationship Type="http://schemas.openxmlformats.org/officeDocument/2006/relationships/notesSlide" Target="/ppt/notesSlides/notesSlide6.xml" Id="R0d163bfe82bd4e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e6cbb5a5d4b04" /><Relationship Type="http://schemas.openxmlformats.org/officeDocument/2006/relationships/notesSlide" Target="/ppt/notesSlides/notesSlide7.xml" Id="Rce2961997bd645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629d3611a4937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1D4D1-9F44-471A-9799-D7EA2475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>
              <a:alpha val="7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52E01-6B00-4921-B619-40D0158B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14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F9A71-0380-4263-ACAA-344DAB1A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049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PULSE RUN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6FF3B-37C0-4CA3-8F57-1D9B97AF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Game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9794F-12A5-4E53-B112-4977D2B6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How the browser updates and redraws a moving game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9DC2E-93A0-4963-96CB-52B67A9E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86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Beginner coding tutorial</a:t>
            </a:r>
          </a:p>
        </p:txBody>
      </p:sp>
    </p:spTree>
    <p:extLst>
      <p:ext uri="{BB962C8B-B14F-4D97-AF65-F5344CB8AC3E}">
        <p14:creationId xmlns:p14="http://schemas.microsoft.com/office/powerpoint/2010/main" val="1901216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9292D-D293-4315-954E-CAC9FC37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Learning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45620-C41E-49F0-A081-3BF2E297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FFB5F-3526-4E58-9378-C0F04870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F7A92-6C90-410F-9509-0205F806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By the end of this tutorial, students can: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7A252-9D99-48E4-BCDA-29904608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9906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Describe the update and draw cycle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Explain the role of requestAnimationFrame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Use delta time to reason about movement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Identify why update stops during pause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A6BE8-4738-4517-99D3-A5B2E00A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E39B4-4E5F-4049-931A-C6FBD6BD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Key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7612B-2D97-4C4B-A771-A3BDA626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What must happen during every frame of play?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04778-4CC3-4020-91E5-A5A9C2BA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02: The Game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06446-4E80-43BD-9A78-53302483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911477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34425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cxnSp>
        <p:nvCxnSpPr>
          <p:cNvPr id="1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62650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90875" y="31623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D488E4-FEE2-48DC-BF5D-83CAAE14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One frame of the game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A784DB-0588-42A2-8CA1-63009B4C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D5BC2-5986-4582-81DF-05E29C74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1E11E-790B-4F8E-A954-AB49F1BA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Read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5090C-C502-477C-A5A1-C4FB3C35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Update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0030F-6613-48C7-8575-1F1C1B2B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Check collisions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2444B-8900-40C2-95E6-06229110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05050"/>
            <a:ext cx="25050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82DC7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Draw scene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2E4EA-9CE8-43EF-B7B6-B4DD5F4F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browser repeats this cycle before each visible frame.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D033C-15BE-4F92-824B-5BA57199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02: The Game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49C65-B9FC-46D7-9917-EB49252B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138855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7837CD-6FDA-4B15-AD43-23222296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browser schedules each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022D6-D9DD-4055-8991-F13F3749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4F2CF-3703-4652-9B12-6BA68ACC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36D24-DECE-4B11-873E-1246DF04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DDDFE-69B7-4C26-91DA-36FFFD2E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function frame(time) {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const elapsed = Math.min(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  (time - state.lastTime) / 1000,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  0.034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state.lastTime = time;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if (state.mode === "playing") {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  update(elapsed);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draw();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requestAnimationFrame(frame);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168CF-4388-4B4A-A8A3-7E5E5C00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time comes from the browser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elapsed measures seconds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Only playing mode updates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draw still shows paused scenes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99290-A88A-4FFF-BA69-1F93E8D1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02: The Game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BD543-AD9E-490D-B64F-230B2024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07894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EF530-C40E-4922-B263-0AE1A2B5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Update and draw stay separate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0A503-9D77-475B-8F23-67FEA2F9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F1B8A-7CFB-4E9D-BF80-283CC31A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AFA4C-8432-494E-A856-BEFBD4BC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update(deltaTime)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617D4-C39D-4806-8A9A-F37BA667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draw()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1EACA-D077-4FB0-93E9-9AE724F7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140B5-3F23-404C-85AD-8994A545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Changes distance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Applies gravity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Moves the player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Checks collisions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Changes game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DA13A-5A73-4D26-B874-E4B1CEE1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Clears the old picture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Draws background and ground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Draws obstacles and finish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Draws the player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Never changes the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21838-0DFC-4EED-938C-58E29394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02: The Game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692D3-7FE6-4020-867B-FFAF04BB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115595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13AAF-69DF-4C20-97FF-08AB58A5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Delta time controls speed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E9FF4-EFD3-4BDC-9AC2-153013B6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6133D-3A88-44CF-8D2A-1E0F9453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EA91B-455D-4859-A2A2-9F6C5E75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45D9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EEDEF-D227-4AAC-A06F-C796F7F6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57340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state.distance +=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RUN_SPEED * deltaTime;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state.player.velocityY +=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PLAYER.gravity * deltaTime;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state.player.y +=</a:t>
            </a:r>
          </a:p>
          <a:p xmlns:a="http://schemas.openxmlformats.org/drawingml/2006/main">
            <a:pPr algn="l">
              <a:defRPr sz="1500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state.player.velocityY * deltaTime;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51FF6-EEB2-424D-B0AF-5545B7B3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38300"/>
            <a:ext cx="4095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Speed describes change per second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A frame uses only part of a second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Multiplication converts rates into frame changes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Slow displays still move at similar speed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088C1-CEAC-4061-982B-87B1460A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02: The Game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06B91-A6C0-4A8A-B8DA-0E5E1EB3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37805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3592D-098A-4CDD-99DF-C23F5218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Checkpoint: follow one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A7978-A60D-4090-9413-F5C119BA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B6391-D089-47AB-A64C-B18EBCAF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0E7DF-0D1E-4360-9C27-7893B2EB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Narrate one frame while the player is airborne.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1C2B7-CF2F-4E4D-A1A0-C9EA8466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Task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E8990-61A3-4AF7-A35A-6F345966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628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Name the current mode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Calculate what gravity changes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Describe the collision check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List the final drawing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DF622-4BFA-4EB8-9405-C9901BE9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3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36AD9-7C00-4C0C-9B5C-255FEABC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2FA7F-9E62-4702-90BB-7028AF24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A spoken or written frame trace that uses update and draw correctly.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51E36-D27D-4E82-A12F-1BA9DF86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02: The Game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E18B6-BB5D-497E-A838-69D2190B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512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2026-09-25T01:45:04.7310000Z</dcterms:created>
  <dcterms:modified xsi:type="dcterms:W3CDTF">2026-09-25T01:45:04.7310000Z</dcterms:modified>
</coreProperties>
</file>