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2669ab33d4c2a" /><Relationship Type="http://schemas.openxmlformats.org/officeDocument/2006/relationships/extended-properties" Target="/docProps/app.xml" Id="R2354c9f900a84ac0" /><Relationship Type="http://schemas.openxmlformats.org/officeDocument/2006/relationships/officeDocument" Target="/ppt/presentation.xml" Id="Rb386588c3fda4e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6c0ba265ce4f22"/>
  </p:sldMasterIdLst>
  <p:notesMasterIdLst>
    <p:notesMasterId xmlns:r="http://schemas.openxmlformats.org/officeDocument/2006/relationships" r:id="Rc212ae7993734095"/>
  </p:notesMasterIdLst>
  <p:sldIdLst>
    <p:sldId xmlns:r="http://schemas.openxmlformats.org/officeDocument/2006/relationships" id="256" r:id="R341dc89ceda544ad"/>
    <p:sldId xmlns:r="http://schemas.openxmlformats.org/officeDocument/2006/relationships" id="257" r:id="Rc3cd6e9717b04aea"/>
    <p:sldId xmlns:r="http://schemas.openxmlformats.org/officeDocument/2006/relationships" id="258" r:id="R6858e112745647c3"/>
    <p:sldId xmlns:r="http://schemas.openxmlformats.org/officeDocument/2006/relationships" id="259" r:id="Rdcfe147ea5d344da"/>
    <p:sldId xmlns:r="http://schemas.openxmlformats.org/officeDocument/2006/relationships" id="260" r:id="R23a18bd1795c4e76"/>
    <p:sldId xmlns:r="http://schemas.openxmlformats.org/officeDocument/2006/relationships" id="261" r:id="R878b6856acc14397"/>
    <p:sldId xmlns:r="http://schemas.openxmlformats.org/officeDocument/2006/relationships" id="262" r:id="R2fb24c11edea44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74ec1c6c7e4e7a" /><Relationship Type="http://schemas.openxmlformats.org/officeDocument/2006/relationships/slideMaster" Target="/ppt/slideMasters/slideMaster1.xml" Id="R546c0ba265ce4f22" /><Relationship Type="http://schemas.openxmlformats.org/officeDocument/2006/relationships/notesMaster" Target="/ppt/notesMasters/notesMaster1.xml" Id="Rc212ae7993734095" /><Relationship Type="http://schemas.openxmlformats.org/officeDocument/2006/relationships/presProps" Target="/ppt/presProps.xml" Id="R17dfac7be8c14614" /><Relationship Type="http://schemas.openxmlformats.org/officeDocument/2006/relationships/tableStyles" Target="/ppt/tableStyles.xml" Id="Rc00abe6faac547a8" /><Relationship Type="http://schemas.openxmlformats.org/officeDocument/2006/relationships/slide" Target="/ppt/slides/slide1.xml" Id="R341dc89ceda544ad" /><Relationship Type="http://schemas.openxmlformats.org/officeDocument/2006/relationships/slide" Target="/ppt/slides/slide2.xml" Id="Rc3cd6e9717b04aea" /><Relationship Type="http://schemas.openxmlformats.org/officeDocument/2006/relationships/slide" Target="/ppt/slides/slide3.xml" Id="R6858e112745647c3" /><Relationship Type="http://schemas.openxmlformats.org/officeDocument/2006/relationships/slide" Target="/ppt/slides/slide4.xml" Id="Rdcfe147ea5d344da" /><Relationship Type="http://schemas.openxmlformats.org/officeDocument/2006/relationships/slide" Target="/ppt/slides/slide5.xml" Id="R23a18bd1795c4e76" /><Relationship Type="http://schemas.openxmlformats.org/officeDocument/2006/relationships/slide" Target="/ppt/slides/slide6.xml" Id="R878b6856acc14397" /><Relationship Type="http://schemas.openxmlformats.org/officeDocument/2006/relationships/slide" Target="/ppt/slides/slide7.xml" Id="R2fb24c11edea44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4f73a3d5cf4c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3e32cc52a44755" /><Relationship Type="http://schemas.openxmlformats.org/officeDocument/2006/relationships/notesMaster" Target="/ppt/notesMasters/notesMaster1.xml" Id="R19c4c9cc37804f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3eafab34df4fe6" /><Relationship Type="http://schemas.openxmlformats.org/officeDocument/2006/relationships/notesMaster" Target="/ppt/notesMasters/notesMaster1.xml" Id="R2f2080165b1d4c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b671b8ca994eff" /><Relationship Type="http://schemas.openxmlformats.org/officeDocument/2006/relationships/notesMaster" Target="/ppt/notesMasters/notesMaster1.xml" Id="Rcf026160d3bc4e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bdbaac70d456a" /><Relationship Type="http://schemas.openxmlformats.org/officeDocument/2006/relationships/notesMaster" Target="/ppt/notesMasters/notesMaster1.xml" Id="Redbf1f2bf8794b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47af2b53444f78" /><Relationship Type="http://schemas.openxmlformats.org/officeDocument/2006/relationships/notesMaster" Target="/ppt/notesMasters/notesMaster1.xml" Id="R854749b1d6e84a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6d80e4f7f84237" /><Relationship Type="http://schemas.openxmlformats.org/officeDocument/2006/relationships/notesMaster" Target="/ppt/notesMasters/notesMaster1.xml" Id="R4d91651dce3743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c84bfc5b2940f3" /><Relationship Type="http://schemas.openxmlformats.org/officeDocument/2006/relationships/notesMaster" Target="/ppt/notesMasters/notesMaster1.xml" Id="R07eab43bde3e4e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with the completed screen. Ask what had to work correctly for the game to reach this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Testing should connect code changes to player experience, not only to the absence of errors.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technically correct game can still confuse players. Use both columns during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Debug displays should observe the system without altering its behaviour.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process to the studio's Find It, Fix It, Play It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release checklist before students submit a project 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 understanding, testing, and explanation more heavily than decoration or difficulty.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1f4fc061940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0bb37a181f43ac" /><Relationship Type="http://schemas.openxmlformats.org/officeDocument/2006/relationships/slideLayout" Target="/ppt/slideLayouts/slideLayout1.xml" Id="Re8063b9cd07449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063b9cd07449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a1fa680674d46" /><Relationship Type="http://schemas.openxmlformats.org/officeDocument/2006/relationships/image" Target="/ppt/media/image.png" Id="Raa8cc6465c9146aa" /><Relationship Type="http://schemas.openxmlformats.org/officeDocument/2006/relationships/notesSlide" Target="/ppt/notesSlides/notesSlide1.xml" Id="Re5a8b8259a1b47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46a3474884807" /><Relationship Type="http://schemas.openxmlformats.org/officeDocument/2006/relationships/notesSlide" Target="/ppt/notesSlides/notesSlide2.xml" Id="R847ee97a575a4d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4ac8ab9da45ba" /><Relationship Type="http://schemas.openxmlformats.org/officeDocument/2006/relationships/notesSlide" Target="/ppt/notesSlides/notesSlide3.xml" Id="R55bc7af08ade48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c20d9fdbc421c" /><Relationship Type="http://schemas.openxmlformats.org/officeDocument/2006/relationships/notesSlide" Target="/ppt/notesSlides/notesSlide4.xml" Id="R54b0aa35b91745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a0aa35d4f4729" /><Relationship Type="http://schemas.openxmlformats.org/officeDocument/2006/relationships/notesSlide" Target="/ppt/notesSlides/notesSlide5.xml" Id="Re1ea84d810f945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6b7a0a0274e44" /><Relationship Type="http://schemas.openxmlformats.org/officeDocument/2006/relationships/notesSlide" Target="/ppt/notesSlides/notesSlide6.xml" Id="R384505df735d43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65d80c0c74805" /><Relationship Type="http://schemas.openxmlformats.org/officeDocument/2006/relationships/notesSlide" Target="/ppt/notesSlides/notesSlide7.xml" Id="R94fd7c2fd05b4c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cc6465c9146aa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B692B-3948-4ECC-A52A-2310FB15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5648D-23B3-4CB2-BFA4-EC9CA156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BD12D-B186-40C4-9663-57E5BA8D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50002-7C8F-4FAE-BA51-1F681BC1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Testing and Extension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5A1A0-DE31-4ECC-AF51-3D1EF3B2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to change the game without losing a working 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2844D-4A62-4F9A-8C4A-166E2905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492076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18C9D-5D0E-43B2-83AD-20985562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75EAF-0371-4228-AFFC-07AABFA3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F0CE4-4613-48B1-9701-5DD7AA35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74E03-21DD-470B-BFE0-B515CF0C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1457A-8D5A-4376-8474-3BEB19CF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Use debug tools and focused test cases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Check keyboard, pointer, and mobile layouts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Change one system at a time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how a revision affects the player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BFCA6-5543-4B2C-9E1B-EB68F9A7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CE39B-DC27-46F3-AF68-72717D61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6A7E5-D9DC-495A-B7F1-CDDEE6B8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What evidence shows that a change improved the game?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27B54-3936-4183-9A84-F23A0EBA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8A7AE-AF26-4FA9-A501-2BAC21DC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6551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E4A00-B448-4504-999E-D2CDD5B2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Different tests answer different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25358-250B-4ED5-B9B0-3B9FBABB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10CDC-6D16-41DD-A891-B10224C4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7B9AA-1427-43C2-8B49-F8D98FCB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Code behaviour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61A73-5552-40EE-A406-C76C8A79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Player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80A4A-CF0C-472A-B203-5B865EB9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6D239-8ED1-478C-BBF0-BE6AA06C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Does Start begin one loop?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Does collision end the run?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Does Pause freeze updates?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Does victory reach 100 percent?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C25ED-A52F-454E-B431-41F75F80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Is the first obstacle readable?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Does jumping feel responsive?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Are hitboxes fair?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Can a new player recover quickly?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205F1-F072-403C-96C1-9E07577F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B0D24-A188-4300-AD42-12AE0A3B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1896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E6C15-0C19-42B5-A54B-B75C17C1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Debug mode reveals invisible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9654C-197A-43DB-920E-EA91B28A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BF40A-E996-4A41-963F-ADA2BB4F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62E09-BA4B-43A5-BFF1-B8540EC7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D7F73-33AC-4EBB-A8F5-47682D20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if (event.code === "KeyD")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state.debug = !state.debug;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if (state.debug)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drawHitbox(playerRect());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CCEC7-F48C-41D7-8086-DC17BEF0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A Boolean stores on or off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D key toggles the value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Rendering reads the value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Game rules remain unchanged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FDC86-A54E-4158-96A9-3C5550F0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EA6E9-33ED-45B4-82AA-FC72F9E1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9264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8878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7136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394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3652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63B2E-FCDF-4E6C-A16F-04E61EBA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 controlled revision 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7A9EE-A1B3-4091-BE29-4F34BEF0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E04FE-A24D-46D7-9816-B9BF0FA7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4E829-10DE-40B2-A80A-121CD175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0E730-4E4A-480A-880F-BDE4E79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Change one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E0184-A898-4800-81C5-8081CB57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Run the same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9F411-C928-4DFD-898E-F6FB084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5155D-288E-4F79-8BB9-443718E0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075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04AEC-56A8-4C13-9565-DD5D8491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Keeping the test constant makes the effect of one change easier to identify.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1FEEE-DF5E-41E1-8A3D-3499E8C2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12760-CBA9-431C-BC0C-09DC8309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11689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0918E-06C8-4EF4-BF4A-C2A0F133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 complete offline test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8037F-4C24-43F3-AF3E-05DBDC52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EE03E-E3EB-4514-970B-9DE6E860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BA060-88BE-45CC-A159-BDDAB92F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Inputs and states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9FBE8-BB57-430E-A8F0-F93FC2C4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Display and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D5156-0AD9-4336-8916-97D5E5BA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E6597-B692-4974-9FC7-2B8CF41D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Space and Up Arrow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Click or tap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Pause and resume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Mute and unmute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Restart after loss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06773-B220-4074-A47F-08EFA65A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Desktop viewport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Narrow mobile viewport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Direct file:// launch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No missing local assets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A full winning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02362-E664-42FE-9BA6-2B04C75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98AFE-22F2-4B19-B0D1-47B7F9E6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53144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B98D4-88AD-4AC0-A841-E3B8F322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Studio challenge: a 10 second segment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8F237-923C-4641-9174-5A99E15E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88A66-05AB-4FD8-BB2C-C69288E5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797C3-BE99-47BC-A64D-453A930E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Design, test, and explain one original course segment.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13167-90B3-4305-B80D-11050AD7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93E6A-7907-47AD-B5E6-551277BA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Sketch the intended jump rhythm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Add obstacle records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Test from a clean restart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Observe another player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Revise one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C7424-E46F-4412-8985-87D5BD9F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71667-A341-4768-AA84-AF97548D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91F58-AE35-4EA4-82C5-96B349DC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Playable folder, one feedback note, and a short explanation of the revision.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25BFA-89E8-443A-B14F-CCC527E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B563B-5621-4392-9D8C-BF1E6C60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16794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2026-09-25T01:45:32.0720000Z</dcterms:created>
  <dcterms:modified xsi:type="dcterms:W3CDTF">2026-09-25T01:45:32.0720000Z</dcterms:modified>
</coreProperties>
</file>