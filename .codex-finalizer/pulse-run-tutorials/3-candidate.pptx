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1e72a36c1842e8" /><Relationship Type="http://schemas.openxmlformats.org/officeDocument/2006/relationships/extended-properties" Target="/docProps/app.xml" Id="R4cbed2673fe14874" /><Relationship Type="http://schemas.openxmlformats.org/officeDocument/2006/relationships/officeDocument" Target="/ppt/presentation.xml" Id="R0bb9484df21141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c0fbe987d2414c"/>
  </p:sldMasterIdLst>
  <p:notesMasterIdLst>
    <p:notesMasterId xmlns:r="http://schemas.openxmlformats.org/officeDocument/2006/relationships" r:id="Rc53e9d094ffd4062"/>
  </p:notesMasterIdLst>
  <p:sldIdLst>
    <p:sldId xmlns:r="http://schemas.openxmlformats.org/officeDocument/2006/relationships" id="256" r:id="R67d9ede86d7643a6"/>
    <p:sldId xmlns:r="http://schemas.openxmlformats.org/officeDocument/2006/relationships" id="257" r:id="R1711092fb2de4fc5"/>
    <p:sldId xmlns:r="http://schemas.openxmlformats.org/officeDocument/2006/relationships" id="258" r:id="R129d29c5eaf24d83"/>
    <p:sldId xmlns:r="http://schemas.openxmlformats.org/officeDocument/2006/relationships" id="259" r:id="Rc8e905f978044c35"/>
    <p:sldId xmlns:r="http://schemas.openxmlformats.org/officeDocument/2006/relationships" id="260" r:id="R0216497467cc4f8e"/>
    <p:sldId xmlns:r="http://schemas.openxmlformats.org/officeDocument/2006/relationships" id="261" r:id="R796a93a909ad4ceb"/>
    <p:sldId xmlns:r="http://schemas.openxmlformats.org/officeDocument/2006/relationships" id="262" r:id="R180a1b26af924c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9af9767d194f5f" /><Relationship Type="http://schemas.openxmlformats.org/officeDocument/2006/relationships/slideMaster" Target="/ppt/slideMasters/slideMaster1.xml" Id="R23c0fbe987d2414c" /><Relationship Type="http://schemas.openxmlformats.org/officeDocument/2006/relationships/notesMaster" Target="/ppt/notesMasters/notesMaster1.xml" Id="Rc53e9d094ffd4062" /><Relationship Type="http://schemas.openxmlformats.org/officeDocument/2006/relationships/presProps" Target="/ppt/presProps.xml" Id="Rd6537f1c5d06468f" /><Relationship Type="http://schemas.openxmlformats.org/officeDocument/2006/relationships/tableStyles" Target="/ppt/tableStyles.xml" Id="R63b7e87e0e1849e5" /><Relationship Type="http://schemas.openxmlformats.org/officeDocument/2006/relationships/slide" Target="/ppt/slides/slide1.xml" Id="R67d9ede86d7643a6" /><Relationship Type="http://schemas.openxmlformats.org/officeDocument/2006/relationships/slide" Target="/ppt/slides/slide2.xml" Id="R1711092fb2de4fc5" /><Relationship Type="http://schemas.openxmlformats.org/officeDocument/2006/relationships/slide" Target="/ppt/slides/slide3.xml" Id="R129d29c5eaf24d83" /><Relationship Type="http://schemas.openxmlformats.org/officeDocument/2006/relationships/slide" Target="/ppt/slides/slide4.xml" Id="Rc8e905f978044c35" /><Relationship Type="http://schemas.openxmlformats.org/officeDocument/2006/relationships/slide" Target="/ppt/slides/slide5.xml" Id="R0216497467cc4f8e" /><Relationship Type="http://schemas.openxmlformats.org/officeDocument/2006/relationships/slide" Target="/ppt/slides/slide6.xml" Id="R796a93a909ad4ceb" /><Relationship Type="http://schemas.openxmlformats.org/officeDocument/2006/relationships/slide" Target="/ppt/slides/slide7.xml" Id="R180a1b26af924c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075496b66441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e910164c4246f7" /><Relationship Type="http://schemas.openxmlformats.org/officeDocument/2006/relationships/notesMaster" Target="/ppt/notesMasters/notesMaster1.xml" Id="Rc79a51368b4542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50726a59c74e3c" /><Relationship Type="http://schemas.openxmlformats.org/officeDocument/2006/relationships/notesMaster" Target="/ppt/notesMasters/notesMaster1.xml" Id="R6239e30444584f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d54c85ce8e4564" /><Relationship Type="http://schemas.openxmlformats.org/officeDocument/2006/relationships/notesMaster" Target="/ppt/notesMasters/notesMaster1.xml" Id="R51cac9ceb95448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595260fceb4cb1" /><Relationship Type="http://schemas.openxmlformats.org/officeDocument/2006/relationships/notesMaster" Target="/ppt/notesMasters/notesMaster1.xml" Id="R93f0b07f07584a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ccd2dde37f449c" /><Relationship Type="http://schemas.openxmlformats.org/officeDocument/2006/relationships/notesMaster" Target="/ppt/notesMasters/notesMaster1.xml" Id="R7a09837a8c0d4d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2b775b62934ed6" /><Relationship Type="http://schemas.openxmlformats.org/officeDocument/2006/relationships/notesMaster" Target="/ppt/notesMasters/notesMaster1.xml" Id="R5831cdff411540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ddb4ff8b4a48db" /><Relationship Type="http://schemas.openxmlformats.org/officeDocument/2006/relationships/notesMaster" Target="/ppt/notesMasters/notesMaster1.xml" Id="R863a56a1ebd24b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Turn on hitboxes with D and pause during a jump. Ask students which values must be changing.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focus on relationships between values. Formal physics terminology can come later.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Canvas, smaller y values are higher on screen. Source: game.js.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predict what happens if the minus sign disappears. Source: game.js.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Sketch a simple number line on the board: -900, -500, 0, +500. Source: game.js.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input devices differ, but they call the same function. Source: game.js.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Encourage one variable at a time. Restore the source value after the experiment.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01c7136fe448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c60475d331432e" /><Relationship Type="http://schemas.openxmlformats.org/officeDocument/2006/relationships/slideLayout" Target="/ppt/slideLayouts/slideLayout1.xml" Id="R66afbfa2f8ec4c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afbfa2f8ec4c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01d1dbe6e4c1e" /><Relationship Type="http://schemas.openxmlformats.org/officeDocument/2006/relationships/image" Target="/ppt/media/image.png" Id="R65d5865875b041f3" /><Relationship Type="http://schemas.openxmlformats.org/officeDocument/2006/relationships/notesSlide" Target="/ppt/notesSlides/notesSlide1.xml" Id="R408f2955d3d943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c85317b814198" /><Relationship Type="http://schemas.openxmlformats.org/officeDocument/2006/relationships/notesSlide" Target="/ppt/notesSlides/notesSlide2.xml" Id="R565d3ba14f3040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b2248def440a1" /><Relationship Type="http://schemas.openxmlformats.org/officeDocument/2006/relationships/notesSlide" Target="/ppt/notesSlides/notesSlide3.xml" Id="R6ab0d7a934734e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e0f2d85da4aa6" /><Relationship Type="http://schemas.openxmlformats.org/officeDocument/2006/relationships/notesSlide" Target="/ppt/notesSlides/notesSlide4.xml" Id="Rbacce5bf0ca247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07d9c1a904a75" /><Relationship Type="http://schemas.openxmlformats.org/officeDocument/2006/relationships/notesSlide" Target="/ppt/notesSlides/notesSlide5.xml" Id="R0294e4be0ef847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706d05b12e47f3" /><Relationship Type="http://schemas.openxmlformats.org/officeDocument/2006/relationships/notesSlide" Target="/ppt/notesSlides/notesSlide6.xml" Id="R8cce627aa08646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69a07a4414492" /><Relationship Type="http://schemas.openxmlformats.org/officeDocument/2006/relationships/notesSlide" Target="/ppt/notesSlides/notesSlide7.xml" Id="Rcc5eec9a8ced43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d5865875b041f3"/>
          <a:srcRect xmlns:a="http://schemas.openxmlformats.org/drawingml/2006/main" l="0" t="5000" r="0" b="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E9A166-C9EC-4488-A5F5-5E303676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>
              <a:alpha val="76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0D33C-0A6B-44EC-871B-14289684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143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9FCC9B-01D3-4CF4-B9AF-63D676F4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1049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PULSE RUN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22805-5B27-4956-AE02-4249C2F4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09750"/>
            <a:ext cx="809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Input and Jump Physics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8D4D18-D77D-44D0-ADD6-F8D875A5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052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How one button changes velocity and creates a jump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D05464-0214-45FA-BB85-E8D986C4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864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Beginner coding tutorial</a:t>
            </a:r>
          </a:p>
        </p:txBody>
      </p:sp>
    </p:spTree>
    <p:extLst>
      <p:ext uri="{BB962C8B-B14F-4D97-AF65-F5344CB8AC3E}">
        <p14:creationId xmlns:p14="http://schemas.microsoft.com/office/powerpoint/2010/main" val="14320557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9D4040-30EA-4288-B3CA-708DA584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Learning goals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AD2A63-2233-423F-BEED-28D2A19C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E0B04B-52B7-4103-82A3-6A177435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E3506E-57EF-4873-B9A4-914FD73B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By the end of this tutorial, students can: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DCA99D-3DEA-4075-870A-5163A4B5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9906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Read Canvas x and y coordinates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Explain vertical position and velocity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Describe how gravity changes a jump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Connect several inputs to one game 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649EA-B5DA-4DDD-BC2F-A0539DEA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B7FE49-4EA0-48BD-9DC0-6781D2DE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Key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2F3C34-ED40-4EDA-8752-6890743F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150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How do velocity and gravity create a complete jump arc?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B6C654-15CC-4B8D-BB3C-A9FA2567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03: Input and Jump Physics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A4160C-BFFD-4ED7-9BEF-7B12C7BA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79175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288780" y="31623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F1E8"/>
            </a:solidFill>
            <a:prstDash val="solid"/>
            <a:tailEnd type="triangle" w="sm" len="sm"/>
          </a:ln>
        </p:spPr>
      </p:cxnSp>
      <p:cxnSp>
        <p:nvCxnSpPr>
          <p:cNvPr id="1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071360" y="31623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F1E8"/>
            </a:solidFill>
            <a:prstDash val="solid"/>
            <a:tailEnd type="triangle" w="sm" len="sm"/>
          </a:ln>
        </p:spPr>
      </p:cxnSp>
      <p:cxnSp>
        <p:nvCxnSpPr>
          <p:cNvPr id="1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853940" y="31623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F1E8"/>
            </a:solidFill>
            <a:prstDash val="solid"/>
            <a:tailEnd type="triangle" w="sm" len="sm"/>
          </a:ln>
        </p:spPr>
      </p:cxn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636520" y="31623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F1E8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B22BE8-B57E-4E08-A294-BFCF3787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The jump changes over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2381C1-A199-4A17-B80A-79EAF58D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F6CB2F-15F2-44CF-83A5-E0EB2189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0FDB88-B234-4C13-BBEC-6DFB481C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95072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45D9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Jump sets</a:t>
            </a:r>
          </a:p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negative speed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1CA4EA-F178-47F6-8D21-AF0B0FC5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3220" y="2305050"/>
            <a:ext cx="195072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CC3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Player rises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F0E750-C4C7-45E6-9A4F-EE7CF4DC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2305050"/>
            <a:ext cx="195072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5B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Gravity slows</a:t>
            </a:r>
          </a:p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the rise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EA4F4E-098D-41F1-9124-30EF7075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060" y="2305050"/>
            <a:ext cx="195072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82DC7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Player falls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CCAA4B-5008-48CE-B026-C251F665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2305050"/>
            <a:ext cx="195072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8075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Ground stops</a:t>
            </a:r>
          </a:p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the fall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F99A27-8466-4DF7-8B49-07EB5F01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7200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One impulse begins the jump. Gravity shapes everything that follows.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751539-993F-4B08-A08E-29D0A12A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Pulse Run 03: Input and Jump Physics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25671A-69C8-48FD-8689-D798CB8E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231439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BB40AB-0535-4F57-863C-E4C4B2CA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The jump begins with one assignment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2DF87-AD5A-4B12-8D24-C3B79C2E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6933ED-6A2B-477B-A8D7-BAD2050D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D819F5-48CF-4F97-B75B-DA201CA1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6191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28575">
            <a:solidFill>
              <a:srgbClr val="45D9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9563B7-4F92-4760-A9B3-C3EC2352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57340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if (state.mode !== "playing" ||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  !state.player.grounded) return;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state.player.velocityY =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-PLAYER.jumpSpeed;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state.player.grounded = false;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C55E95-056B-4307-BF6C-10051E4A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638300"/>
            <a:ext cx="4095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The guard rejects invalid jumps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Negative y speed moves upward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One value starts the whole arc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grounded blocks air jumps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F25C7D-9427-477E-8B48-73B2A556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03: Input and Jump Physics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3613DE-1753-46B3-ADF3-C1D80439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998784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951537-C084-4743-98E2-7972E20B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Gravity reverses the motion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7E1BC7-CD75-424F-AA4E-84967E31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AB8D6C-76E6-499F-BE93-F20C876B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EA1B4-7943-47D0-B9EC-8B52B829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6191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28575">
            <a:solidFill>
              <a:srgbClr val="45D9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D9B5F0-CD56-4FD6-8A68-CF1C49E5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57340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state.player.velocityY +=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PLAYER.gravity * deltaTime;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state.player.y +=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state.player.velocityY * deltaTime;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1C1CFA-6157-4CF1-BDFD-00DCA699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638300"/>
            <a:ext cx="4095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Gravity adds downward speed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Velocity eventually reaches zero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Positive velocity produces falling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Position changes after velocity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0A288-1615-4B15-B9A6-7EA3AB89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03: Input and Jump Physics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92B927-FB50-4205-ADF1-0C73EBF3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521553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FBDB1A-FCF9-4C3D-9D62-EC39754B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Many inputs, one 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5A05F-6401-412F-AED1-8F7A203D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F489E9-8FC7-4243-9E26-98706EF2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1B628-FBDC-4E9F-BBB5-D76C7206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Input events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126B6-5C98-441D-AF88-03E24885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requestJump()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976A0-5251-41D0-A400-2F4B1436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524000"/>
            <a:ext cx="2857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5E5C7-71BD-45FE-91F4-02C9B3F6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4714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Space key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Up Arrow key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Mouse click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Screen tap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E9F45F-9B14-46EB-B836-AD4E912F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4714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Starts from ready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Restarts after a result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Checks grounded during play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Applies jump velocity once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53ADE3-7932-490F-9A6C-43F371CC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03: Input and Jump Physics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6A066A-F1B1-47F9-84FB-1EC7E71A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766545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3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2C2DD0-1C0B-4EC6-A85B-E1D6B3F5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Checkpoint: tune the jump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A3F2C1-EF2C-48D8-9BF0-54FFEA24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514CB-40A1-41BD-8314-36AA6AD2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9AED9-1B88-42ED-9783-AA2B07F8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Change one physics value and predict the effect before testing.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C3026-162C-4D85-AEEC-1BD7F6B3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Task steps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3D9E68-DEA3-476F-93D7-DA84EBAD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6286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Choose gravity or jumpSpeed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Write a prediction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Change the value by about 10 percent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Run three trials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Compare the result with the prediction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62B93C-E755-4D63-91B6-05D9D85E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81300"/>
            <a:ext cx="381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B5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B49137-22C5-4EB1-9526-43D20D62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B7E9AA-DAA0-4B98-91CE-2933F3CB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Before and after values plus one sentence explaining the changed game feel.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B1C5C9-4F47-4478-857F-02531612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Pulse Run 03: Input and Jump Physics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8A24B7-99DE-45C9-BD7D-C05B593E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455466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2026-09-25T01:48:46.8450000Z</dcterms:created>
  <dcterms:modified xsi:type="dcterms:W3CDTF">2026-09-25T01:48:46.8450000Z</dcterms:modified>
</coreProperties>
</file>