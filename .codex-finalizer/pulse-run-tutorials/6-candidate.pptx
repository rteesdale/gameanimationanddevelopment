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f3cafb6ae64f16" /><Relationship Type="http://schemas.openxmlformats.org/officeDocument/2006/relationships/extended-properties" Target="/docProps/app.xml" Id="R3cd690ed71374018" /><Relationship Type="http://schemas.openxmlformats.org/officeDocument/2006/relationships/officeDocument" Target="/ppt/presentation.xml" Id="R4ae69a3582e84e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27687d1040469a"/>
  </p:sldMasterIdLst>
  <p:notesMasterIdLst>
    <p:notesMasterId xmlns:r="http://schemas.openxmlformats.org/officeDocument/2006/relationships" r:id="Rb3b9e9062ea44c7f"/>
  </p:notesMasterIdLst>
  <p:sldIdLst>
    <p:sldId xmlns:r="http://schemas.openxmlformats.org/officeDocument/2006/relationships" id="256" r:id="Rb626e4fce3bd48c6"/>
    <p:sldId xmlns:r="http://schemas.openxmlformats.org/officeDocument/2006/relationships" id="257" r:id="Rfba7afdfaf0e467c"/>
    <p:sldId xmlns:r="http://schemas.openxmlformats.org/officeDocument/2006/relationships" id="258" r:id="R5c0c7bd60efd4299"/>
    <p:sldId xmlns:r="http://schemas.openxmlformats.org/officeDocument/2006/relationships" id="259" r:id="R96968fadeeee4fca"/>
    <p:sldId xmlns:r="http://schemas.openxmlformats.org/officeDocument/2006/relationships" id="260" r:id="Recf6c2b722344ac6"/>
    <p:sldId xmlns:r="http://schemas.openxmlformats.org/officeDocument/2006/relationships" id="261" r:id="Rb97b01ffba07499c"/>
    <p:sldId xmlns:r="http://schemas.openxmlformats.org/officeDocument/2006/relationships" id="262" r:id="R30e896d19b4c4d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a5e520d7484fe5" /><Relationship Type="http://schemas.openxmlformats.org/officeDocument/2006/relationships/slideMaster" Target="/ppt/slideMasters/slideMaster1.xml" Id="Rb127687d1040469a" /><Relationship Type="http://schemas.openxmlformats.org/officeDocument/2006/relationships/notesMaster" Target="/ppt/notesMasters/notesMaster1.xml" Id="Rb3b9e9062ea44c7f" /><Relationship Type="http://schemas.openxmlformats.org/officeDocument/2006/relationships/presProps" Target="/ppt/presProps.xml" Id="R9c21c810c7e64799" /><Relationship Type="http://schemas.openxmlformats.org/officeDocument/2006/relationships/tableStyles" Target="/ppt/tableStyles.xml" Id="Rdf6635bf64e14efa" /><Relationship Type="http://schemas.openxmlformats.org/officeDocument/2006/relationships/slide" Target="/ppt/slides/slide1.xml" Id="Rb626e4fce3bd48c6" /><Relationship Type="http://schemas.openxmlformats.org/officeDocument/2006/relationships/slide" Target="/ppt/slides/slide2.xml" Id="Rfba7afdfaf0e467c" /><Relationship Type="http://schemas.openxmlformats.org/officeDocument/2006/relationships/slide" Target="/ppt/slides/slide3.xml" Id="R5c0c7bd60efd4299" /><Relationship Type="http://schemas.openxmlformats.org/officeDocument/2006/relationships/slide" Target="/ppt/slides/slide4.xml" Id="R96968fadeeee4fca" /><Relationship Type="http://schemas.openxmlformats.org/officeDocument/2006/relationships/slide" Target="/ppt/slides/slide5.xml" Id="Recf6c2b722344ac6" /><Relationship Type="http://schemas.openxmlformats.org/officeDocument/2006/relationships/slide" Target="/ppt/slides/slide6.xml" Id="Rb97b01ffba07499c" /><Relationship Type="http://schemas.openxmlformats.org/officeDocument/2006/relationships/slide" Target="/ppt/slides/slide7.xml" Id="R30e896d19b4c4d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2624e833714a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42c840872041ca" /><Relationship Type="http://schemas.openxmlformats.org/officeDocument/2006/relationships/notesMaster" Target="/ppt/notesMasters/notesMaster1.xml" Id="R830abc7d972644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6e559a640b49bf" /><Relationship Type="http://schemas.openxmlformats.org/officeDocument/2006/relationships/notesMaster" Target="/ppt/notesMasters/notesMaster1.xml" Id="Rce3fd80be5c546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1db80c999f4d36" /><Relationship Type="http://schemas.openxmlformats.org/officeDocument/2006/relationships/notesMaster" Target="/ppt/notesMasters/notesMaster1.xml" Id="Rdc563de0716343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a21f0a1c3d4944" /><Relationship Type="http://schemas.openxmlformats.org/officeDocument/2006/relationships/notesMaster" Target="/ppt/notesMasters/notesMaster1.xml" Id="R7f4d7fb44cfd47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166915cd2f41b8" /><Relationship Type="http://schemas.openxmlformats.org/officeDocument/2006/relationships/notesMaster" Target="/ppt/notesMasters/notesMaster1.xml" Id="R24ca9401afcf4d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7deb8f54f347f3" /><Relationship Type="http://schemas.openxmlformats.org/officeDocument/2006/relationships/notesMaster" Target="/ppt/notesMasters/notesMaster1.xml" Id="Rda98fe1c289940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f10993699a4cc9" /><Relationship Type="http://schemas.openxmlformats.org/officeDocument/2006/relationships/notesMaster" Target="/ppt/notesMasters/notesMaster1.xml" Id="R11793f8bba8446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Begin with the completed screen. Ask what had to work correctly for the game to reach this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Testing should connect code changes to player experience, not only to the absence of errors.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technically correct game can still confuse players. Use both columns during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Debug displays should observe the system without altering its behaviour.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this process to the studio's Find It, Fix It, Play It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release checklist before students submit a project folder.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 understanding, testing, and explanation more heavily than decoration or difficulty.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d1544baac34c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00e00b00dc484b" /><Relationship Type="http://schemas.openxmlformats.org/officeDocument/2006/relationships/slideLayout" Target="/ppt/slideLayouts/slideLayout1.xml" Id="R6e0c71eb5d444e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0c71eb5d444e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2002158a9435d" /><Relationship Type="http://schemas.openxmlformats.org/officeDocument/2006/relationships/image" Target="/ppt/media/image.png" Id="Rbef7e26a37124a9e" /><Relationship Type="http://schemas.openxmlformats.org/officeDocument/2006/relationships/notesSlide" Target="/ppt/notesSlides/notesSlide1.xml" Id="R107b86880dfb4e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9623bd7884f20" /><Relationship Type="http://schemas.openxmlformats.org/officeDocument/2006/relationships/notesSlide" Target="/ppt/notesSlides/notesSlide2.xml" Id="R47dbbd1d05104a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8f089483b461c" /><Relationship Type="http://schemas.openxmlformats.org/officeDocument/2006/relationships/notesSlide" Target="/ppt/notesSlides/notesSlide3.xml" Id="R46606202590b48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b06df6a0d416b" /><Relationship Type="http://schemas.openxmlformats.org/officeDocument/2006/relationships/notesSlide" Target="/ppt/notesSlides/notesSlide4.xml" Id="Rf73991961b3f49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357f182e045d0" /><Relationship Type="http://schemas.openxmlformats.org/officeDocument/2006/relationships/notesSlide" Target="/ppt/notesSlides/notesSlide5.xml" Id="Ra2eb0d167f9a4e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441a34a334153" /><Relationship Type="http://schemas.openxmlformats.org/officeDocument/2006/relationships/notesSlide" Target="/ppt/notesSlides/notesSlide6.xml" Id="R67394a98a3284e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b02e1851e4102" /><Relationship Type="http://schemas.openxmlformats.org/officeDocument/2006/relationships/notesSlide" Target="/ppt/notesSlides/notesSlide7.xml" Id="R4cbb711a580a49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7e26a37124a9e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FD4AD-D0C2-48AD-9A50-938B58E1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>
              <a:alpha val="7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AA1D9-BAED-48AE-B89D-AD52AC1D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143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05B91-D8FA-40BA-802B-A0770B27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049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PULSE RUN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4C785-6EC6-4BA4-8EA0-12FD1947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Testing and Extension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9B47B-4681-4E99-875B-0A0E29E7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How to change the game without losing a working 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57137-8F20-4809-A148-AF08B08C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864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Beginner coding tutorial</a:t>
            </a:r>
          </a:p>
        </p:txBody>
      </p:sp>
    </p:spTree>
    <p:extLst>
      <p:ext uri="{BB962C8B-B14F-4D97-AF65-F5344CB8AC3E}">
        <p14:creationId xmlns:p14="http://schemas.microsoft.com/office/powerpoint/2010/main" val="7587162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0F222-4275-43C6-BE12-8AD2D73D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Learning goals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A52E6-88C9-49C4-B863-021B7494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29826-237F-4B2D-98B7-309F6187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A7538-6079-4AE5-8A78-F74C7050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By the end of this tutorial, students can: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FFFD5-F0C1-4F9C-875D-0756A6DD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9906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Use debug tools and focused test cases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Check keyboard, pointer, and mobile layouts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Change one system at a time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Explain how a revision affects the player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0F7C5-641C-4D5D-BDFE-63A32F15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703CA-53E8-4A92-AA5C-9F130BEE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Key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DBDC5-AEB6-4EC6-8786-188CD47F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What evidence shows that a change improved the game?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F724B-250A-4880-BA88-CAF85532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06: Testing and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436EF-7AEC-41D4-A746-4A7747CF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06222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A7FF1-F099-4F38-88FB-9A8CFDA1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Different tests answer different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CA521-1E98-4016-80F2-94E10510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85287-1EDC-4384-8590-DFBF0B40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C32E4-CD12-4EE7-9E46-46E13795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Code behaviour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EE948-3502-4A9C-8AA8-E3CEB39C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Player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BF7F4-53E2-4A6A-95E1-6AD584CE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285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F0B6D-DDCA-47A6-8AB9-438E00BF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Does Start begin one loop?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Does collision end the run?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Does Pause freeze updates?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Does victory reach 100 percent?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7DD75-D6EB-4BB4-8A9D-643B7FB1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Is the first obstacle readable?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Does jumping feel responsive?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Are hitboxes fair?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Can a new player recover quickly?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60D38-910A-4801-B5F3-136CDB87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06: Testing and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DF7AA-05D3-40CF-A937-BE514AE9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751059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D4763-5EC2-4A56-8C06-06F7A9A7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Debug mode reveals invisible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81FE9-AED5-4CC2-A893-4A4162BF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C3324-BFDA-42B2-88EE-1D16863F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39A86-D392-4B0C-A311-1D63CAE5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45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22E2E-A50C-4142-A5A1-3AFA34B1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if (event.code === "KeyD") {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state.debug = !state.debug;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if (state.debug) {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drawHitbox(playerRect());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F256D-6418-4C49-B042-FD62BD8B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A Boolean stores on or off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D key toggles the value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Rendering reads the value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Game rules remain unchanged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35D75-5783-4EAB-8F45-DB2C8EFE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06: Testing and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81BE6-A796-4A86-8962-4BED8AC0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97748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28878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cxnSp>
        <p:nvCxnSpPr>
          <p:cNvPr id="1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07136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cxnSp>
        <p:nvCxnSpPr>
          <p:cNvPr id="1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5394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3652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340B0C-41DD-400E-9E6C-9C130741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 controlled revision 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CB302-2C15-453F-9355-8D86C48E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5853F-F0E6-4641-AD4D-F69D9D57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67F8C-58D7-4B83-B3D4-D419BD44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95072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95CD4-322E-405E-8551-F9789C40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2305050"/>
            <a:ext cx="195072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Change one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93E44-A260-442F-8A8B-CA4469DF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305050"/>
            <a:ext cx="195072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Run the same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64EA4-685A-415E-95A8-2A9C7898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305050"/>
            <a:ext cx="195072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82DC7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77683-386E-401E-941B-F53A7DD1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305050"/>
            <a:ext cx="195072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8075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E67F6-9F98-412F-B086-9E66A4E0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Keeping the test constant makes the effect of one change easier to identify.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2B1E49-779D-460F-9FE5-7B6764A6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06: Testing and Extension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5383A-22C5-4295-9881-DAA76B37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857280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2458F-C55A-42C0-B8B3-AE316B23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A complete offline test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42ACF-01AB-49CF-8ACD-4730E6BB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61F06-AE3C-42EB-85CB-0E31DF0C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00176-CB26-42D8-9A3D-D5FB77C9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Inputs and states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BE924-27A2-4A8E-BBC0-C4482D77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Display and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DED7D-1507-4940-9D94-7E3B8F02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285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D57AB-B6AB-4C1C-A0FB-BA51F732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Space and Up Arrow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Click or tap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Pause and resume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Mute and unmute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Restart after loss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0AACF-7203-4537-B196-FCA32AC9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Desktop viewport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Narrow mobile viewport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Direct file:// launch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No missing local assets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A full winning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98579-C4C3-4C4D-8D5D-07248785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06: Testing and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C269A-B152-4444-B743-49074341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073950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74806-BA42-48D2-BB18-2D108CCC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Studio challenge: a 10 second segment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EC7E1-2C89-4DE3-BD4D-299CF0D9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1EEB6-9F8C-4667-9237-34D7891E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BDB3D-58FB-4B75-A3F0-973084DD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Design, test, and explain one original course segment.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53CCD-F7D5-457E-925F-132C6703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Task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D1D18-B1B0-4DC0-B394-8AFB1DDB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628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Sketch the intended jump rhythm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Add obstacle records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Test from a clean restart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Observe another player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Revise one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B9306-7315-4087-84A7-0DA0F9C3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81300"/>
            <a:ext cx="381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A1938-51BA-4EFA-803F-013AE74C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D906D-6946-49B3-9BD9-D9AB67B3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Playable folder, one feedback note, and a short explanation of the revision.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B7AE2-4501-4CDD-B960-79944A60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06: Testing and Extension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2866F-C69F-4511-95EB-DCAC485D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215802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2026-09-25T01:49:07.2290000Z</dcterms:created>
  <dcterms:modified xsi:type="dcterms:W3CDTF">2026-09-25T01:49:07.2290000Z</dcterms:modified>
</coreProperties>
</file>