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31a39c6314634" /><Relationship Type="http://schemas.openxmlformats.org/officeDocument/2006/relationships/extended-properties" Target="/docProps/app.xml" Id="Re467be8378e24673" /><Relationship Type="http://schemas.openxmlformats.org/officeDocument/2006/relationships/officeDocument" Target="/ppt/presentation.xml" Id="R83e8eda5c3d8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1c855f3ad4680"/>
  </p:sldMasterIdLst>
  <p:notesMasterIdLst>
    <p:notesMasterId xmlns:r="http://schemas.openxmlformats.org/officeDocument/2006/relationships" r:id="R81cc7b9322ed4c8c"/>
  </p:notesMasterIdLst>
  <p:sldIdLst>
    <p:sldId xmlns:r="http://schemas.openxmlformats.org/officeDocument/2006/relationships" id="256" r:id="R3457266ea6f64054"/>
    <p:sldId xmlns:r="http://schemas.openxmlformats.org/officeDocument/2006/relationships" id="257" r:id="Rc6203eb4421f4f0b"/>
    <p:sldId xmlns:r="http://schemas.openxmlformats.org/officeDocument/2006/relationships" id="258" r:id="Rcfe38a1d97ad4a4d"/>
    <p:sldId xmlns:r="http://schemas.openxmlformats.org/officeDocument/2006/relationships" id="259" r:id="R63948053a4f64e90"/>
    <p:sldId xmlns:r="http://schemas.openxmlformats.org/officeDocument/2006/relationships" id="260" r:id="R7019c0de9a0443e0"/>
    <p:sldId xmlns:r="http://schemas.openxmlformats.org/officeDocument/2006/relationships" id="261" r:id="Rbfff3fee6c2a4b66"/>
    <p:sldId xmlns:r="http://schemas.openxmlformats.org/officeDocument/2006/relationships" id="262" r:id="R551dd811f5de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bd1408cb1459f" /><Relationship Type="http://schemas.openxmlformats.org/officeDocument/2006/relationships/slideMaster" Target="/ppt/slideMasters/slideMaster1.xml" Id="R2f01c855f3ad4680" /><Relationship Type="http://schemas.openxmlformats.org/officeDocument/2006/relationships/notesMaster" Target="/ppt/notesMasters/notesMaster1.xml" Id="R81cc7b9322ed4c8c" /><Relationship Type="http://schemas.openxmlformats.org/officeDocument/2006/relationships/presProps" Target="/ppt/presProps.xml" Id="R7827b13b264b4912" /><Relationship Type="http://schemas.openxmlformats.org/officeDocument/2006/relationships/tableStyles" Target="/ppt/tableStyles.xml" Id="R14224eb639114671" /><Relationship Type="http://schemas.openxmlformats.org/officeDocument/2006/relationships/slide" Target="/ppt/slides/slide1.xml" Id="R3457266ea6f64054" /><Relationship Type="http://schemas.openxmlformats.org/officeDocument/2006/relationships/slide" Target="/ppt/slides/slide2.xml" Id="Rc6203eb4421f4f0b" /><Relationship Type="http://schemas.openxmlformats.org/officeDocument/2006/relationships/slide" Target="/ppt/slides/slide3.xml" Id="Rcfe38a1d97ad4a4d" /><Relationship Type="http://schemas.openxmlformats.org/officeDocument/2006/relationships/slide" Target="/ppt/slides/slide4.xml" Id="R63948053a4f64e90" /><Relationship Type="http://schemas.openxmlformats.org/officeDocument/2006/relationships/slide" Target="/ppt/slides/slide5.xml" Id="R7019c0de9a0443e0" /><Relationship Type="http://schemas.openxmlformats.org/officeDocument/2006/relationships/slide" Target="/ppt/slides/slide6.xml" Id="Rbfff3fee6c2a4b66" /><Relationship Type="http://schemas.openxmlformats.org/officeDocument/2006/relationships/slide" Target="/ppt/slides/slide7.xml" Id="R551dd811f5de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cace72999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3a20d6fb94b38" /><Relationship Type="http://schemas.openxmlformats.org/officeDocument/2006/relationships/notesMaster" Target="/ppt/notesMasters/notesMaster1.xml" Id="Rd186400d34264c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0e1ce3dce4404" /><Relationship Type="http://schemas.openxmlformats.org/officeDocument/2006/relationships/notesMaster" Target="/ppt/notesMasters/notesMaster1.xml" Id="Rfaff7e55d69e40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27093901aa411a" /><Relationship Type="http://schemas.openxmlformats.org/officeDocument/2006/relationships/notesMaster" Target="/ppt/notesMasters/notesMaster1.xml" Id="Rc0c80ded894245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8bd78972a64257" /><Relationship Type="http://schemas.openxmlformats.org/officeDocument/2006/relationships/notesMaster" Target="/ppt/notesMasters/notesMaster1.xml" Id="Raa88c2bd30df46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58efb34b4489b" /><Relationship Type="http://schemas.openxmlformats.org/officeDocument/2006/relationships/notesMaster" Target="/ppt/notesMasters/notesMaster1.xml" Id="R3734bdae6d71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79f4030f4044b6" /><Relationship Type="http://schemas.openxmlformats.org/officeDocument/2006/relationships/notesMaster" Target="/ppt/notesMasters/notesMaster1.xml" Id="R4f579b433c06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1b140afe549b8" /><Relationship Type="http://schemas.openxmlformats.org/officeDocument/2006/relationships/notesMaster" Target="/ppt/notesMasters/notesMaster1.xml" Id="R692e27ab99ca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game and pause after one jump. Explain that the still image came from many rapid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leave with a conceptual loop before studying individual formulas.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steps change data and which step only shows data. Source: MDN Anatomy of a video game and local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top to bottom. Source: game.js. Reference: https://developer.mozilla.org/docs/Games/Anatomy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bug might occur if drawing changed player position.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example: 300 pixels per second times 0.02 seconds gives 6 pixels.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Listen for the misconception that requestAnimationFrame moves objects by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f08f96bb047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92dc9a85d0415f" /><Relationship Type="http://schemas.openxmlformats.org/officeDocument/2006/relationships/slideLayout" Target="/ppt/slideLayouts/slideLayout1.xml" Id="R87a01d71771e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01d71771e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fdc5ad5ed42dc" /><Relationship Type="http://schemas.openxmlformats.org/officeDocument/2006/relationships/image" Target="/ppt/media/image.png" Id="R80f5b067f83d4b13" /><Relationship Type="http://schemas.openxmlformats.org/officeDocument/2006/relationships/notesSlide" Target="/ppt/notesSlides/notesSlide1.xml" Id="R223b47f5e8c4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fa0f311734ac4" /><Relationship Type="http://schemas.openxmlformats.org/officeDocument/2006/relationships/notesSlide" Target="/ppt/notesSlides/notesSlide2.xml" Id="R62a15faed881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0976056544f78" /><Relationship Type="http://schemas.openxmlformats.org/officeDocument/2006/relationships/notesSlide" Target="/ppt/notesSlides/notesSlide3.xml" Id="R2d60efc6120d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c172f12764259" /><Relationship Type="http://schemas.openxmlformats.org/officeDocument/2006/relationships/notesSlide" Target="/ppt/notesSlides/notesSlide4.xml" Id="R9636d98cdcaa48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9775677d84f98" /><Relationship Type="http://schemas.openxmlformats.org/officeDocument/2006/relationships/notesSlide" Target="/ppt/notesSlides/notesSlide5.xml" Id="R6d3d0e20919b4e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750d1f32e442d" /><Relationship Type="http://schemas.openxmlformats.org/officeDocument/2006/relationships/notesSlide" Target="/ppt/notesSlides/notesSlide6.xml" Id="Rc2bb06e097c845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52421ae374afa" /><Relationship Type="http://schemas.openxmlformats.org/officeDocument/2006/relationships/notesSlide" Target="/ppt/notesSlides/notesSlide7.xml" Id="Rfa2ce32cba694c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5b067f83d4b13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2EBF-9FC5-42A7-8C78-E56EAE7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FE729-57DB-4642-93E7-2803F912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6A7E4-8F8B-44BB-847F-0D09C4B9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910E2-DD9D-4415-9644-1D15D3B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Game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AA16B-1AE5-4E76-A731-F0AD5F2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the browser updates and redraws a moving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05C64-A669-4DF1-8BC8-071D5EA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481287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2284-D71C-44A4-9B30-035E7A8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3941-D901-4619-9EB8-62BD912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5B33E-EE9A-403C-8CCF-06F275BC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7D995-1986-4FAC-B874-A5FAE51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92D63-B9A7-4BAE-A6BC-6516580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the update and draw cycle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the role of requestAnimationFrame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Use delta time to reason about movement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Identify why update stops during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31AC-F9EB-4627-A629-BDE4A883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F8405-100E-49E7-9828-D79619B3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7B9E0-1641-4F15-8F5E-F42BE5AB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What must happen during every frame of play?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9B85F-CD49-41F7-BD22-921C709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87C4F-A2B5-444A-8AC9-F1C8921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6904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93214-9BE0-4776-BF36-2172F72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One frame of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D7D60-46D0-4E87-A1B1-98C4049E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67C15-2B77-47FD-B926-F68D4BAF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A2814-445A-413E-8EDD-7C7E4D3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DD1E-AF82-4F84-B4F7-E17C311B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Update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13D93-63F4-48A5-A1E3-6C6D740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 collisions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A8489-6A86-4BCE-8631-E421D08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 scene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AE72B-F360-4C24-9C91-1D9BB9D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browser repeats this cycle before each visible frame.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DCE70-C8D4-40B3-911B-2D3E6244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8A82B-B965-4463-8A5C-5072C17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664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7245D-2936-40F5-B9EC-CA49FDB6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browser schedules each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15B7-D790-4764-9404-5C0B2AA3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37C81-47AA-4F58-8BAE-78A29BC6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93088-C962-41D1-B14E-5D86F4D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04C7B-2B9C-4036-AB1F-D5B54F5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function frame(time)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const elapsed = Math.min(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(time - state.lastTime) / 1000,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0.034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state.lastTime = time;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if (state.mode === "playing")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update(elapsed);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draw();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requestAnimationFrame(frame);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7B65A-B971-4484-A3B6-D0A2B2DC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time comes from the browser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elapsed measures seconds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Only playing mode updates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 still shows paused scenes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A330A-9C6D-4BEE-8598-01DD1EC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AAAAB-8702-40FA-BC76-D23C3432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1337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36A41-5A7B-43D7-8C0D-2DA8DBD9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Update and draw stay separate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58BA8-771D-45CD-B06F-D171521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BB71-9138-4A33-BDFD-0D436A4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6C590-2412-4C0A-8D7A-C8F34B6E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update(deltaTime)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26F23-3C6D-4C38-91B1-883FC00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draw()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C9C8-9F18-4701-AF36-7084016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25A28-96A4-4B42-A8C2-1C6EA24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Changes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Applies gravity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Moves the player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Checks collisions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Changes game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CD6C9-807B-4B69-B2EB-31D39793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Clears the old picture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background and ground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obstacles and finish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the player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Never changes the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D5D4A-9F31-4E16-9249-38EB9AC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72809-BD1D-412D-97B6-B4CCC51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06867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F001C-C3F9-4CC2-BDEB-3056525B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Delta time controls speed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3284-AEC8-4855-BB90-9D3D80A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5C27-B02C-4654-8265-3A27CC2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6D764-AE30-413F-830B-4A80A4E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3A8EE-F3FD-45F8-BBBE-AE594386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state.distance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RUN_SPEED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PLAYER.gravity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* deltaTime;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6804E-5580-4FCD-B7A7-B029B87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Speed describes change per second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frame uses only part of a second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Multiplication converts rates into frame changes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Slow displays still move at similar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3168C-9057-4FBA-804D-83E71C54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A09E9-1DCA-4D30-ACC8-D0B1A71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40235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BE6AD-2379-4151-BF4E-F325CF4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follow one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8F36E-99E0-4DB6-BE3B-53514D6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151BC-6290-4394-AC93-795F6E92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66CB0-BDBE-4C91-9F05-086BFDD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Narrate one frame while the player is airborne.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42550-F651-4399-BE77-FFD8F82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1BFBD-E8BC-4FE4-935D-6C9EB38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Name the current mode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Calculate what gravity changes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Describe the collision check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List the final drawing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EF5AE-0922-445B-8643-772A814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EFE2B-EAC3-4C0A-815C-805C5FB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9DF7B-FE73-4FFA-81E6-41966A3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spoken or written frame trace that uses update and draw correctly.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37683-280C-416A-A7B8-F9381301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464F9-91F7-4A4A-89B5-99FC96D6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2111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2026-09-25T01:48:39.8700000Z</dcterms:created>
  <dcterms:modified xsi:type="dcterms:W3CDTF">2026-09-25T01:48:39.8700000Z</dcterms:modified>
</coreProperties>
</file>