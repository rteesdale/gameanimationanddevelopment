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8fa1638b8d4d32" /><Relationship Type="http://schemas.openxmlformats.org/officeDocument/2006/relationships/extended-properties" Target="/docProps/app.xml" Id="Rc4c1e8bcf1ff495f" /><Relationship Type="http://schemas.openxmlformats.org/officeDocument/2006/relationships/officeDocument" Target="/ppt/presentation.xml" Id="Rf35292242b4740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f6012251df467c"/>
  </p:sldMasterIdLst>
  <p:notesMasterIdLst>
    <p:notesMasterId xmlns:r="http://schemas.openxmlformats.org/officeDocument/2006/relationships" r:id="R893c820f76714c43"/>
  </p:notesMasterIdLst>
  <p:sldIdLst>
    <p:sldId xmlns:r="http://schemas.openxmlformats.org/officeDocument/2006/relationships" id="256" r:id="R8b6c58c4a6134b8b"/>
    <p:sldId xmlns:r="http://schemas.openxmlformats.org/officeDocument/2006/relationships" id="257" r:id="R36a0753e6a1a4785"/>
    <p:sldId xmlns:r="http://schemas.openxmlformats.org/officeDocument/2006/relationships" id="258" r:id="Rd8c4cd3ffded4cf5"/>
    <p:sldId xmlns:r="http://schemas.openxmlformats.org/officeDocument/2006/relationships" id="259" r:id="Rd2c9d3d3065a40f1"/>
    <p:sldId xmlns:r="http://schemas.openxmlformats.org/officeDocument/2006/relationships" id="260" r:id="Rea5fdcf1b7ea49cc"/>
    <p:sldId xmlns:r="http://schemas.openxmlformats.org/officeDocument/2006/relationships" id="261" r:id="R9d79e5ef34794651"/>
    <p:sldId xmlns:r="http://schemas.openxmlformats.org/officeDocument/2006/relationships" id="262" r:id="Re774b7bc1fa545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9af9fddd974517" /><Relationship Type="http://schemas.openxmlformats.org/officeDocument/2006/relationships/slideMaster" Target="/ppt/slideMasters/slideMaster1.xml" Id="Rf8f6012251df467c" /><Relationship Type="http://schemas.openxmlformats.org/officeDocument/2006/relationships/notesMaster" Target="/ppt/notesMasters/notesMaster1.xml" Id="R893c820f76714c43" /><Relationship Type="http://schemas.openxmlformats.org/officeDocument/2006/relationships/presProps" Target="/ppt/presProps.xml" Id="Rea0a2fd9e40d4b58" /><Relationship Type="http://schemas.openxmlformats.org/officeDocument/2006/relationships/tableStyles" Target="/ppt/tableStyles.xml" Id="Rbb416b540a8c4025" /><Relationship Type="http://schemas.openxmlformats.org/officeDocument/2006/relationships/slide" Target="/ppt/slides/slide1.xml" Id="R8b6c58c4a6134b8b" /><Relationship Type="http://schemas.openxmlformats.org/officeDocument/2006/relationships/slide" Target="/ppt/slides/slide2.xml" Id="R36a0753e6a1a4785" /><Relationship Type="http://schemas.openxmlformats.org/officeDocument/2006/relationships/slide" Target="/ppt/slides/slide3.xml" Id="Rd8c4cd3ffded4cf5" /><Relationship Type="http://schemas.openxmlformats.org/officeDocument/2006/relationships/slide" Target="/ppt/slides/slide4.xml" Id="Rd2c9d3d3065a40f1" /><Relationship Type="http://schemas.openxmlformats.org/officeDocument/2006/relationships/slide" Target="/ppt/slides/slide5.xml" Id="Rea5fdcf1b7ea49cc" /><Relationship Type="http://schemas.openxmlformats.org/officeDocument/2006/relationships/slide" Target="/ppt/slides/slide6.xml" Id="R9d79e5ef34794651" /><Relationship Type="http://schemas.openxmlformats.org/officeDocument/2006/relationships/slide" Target="/ppt/slides/slide7.xml" Id="Re774b7bc1fa545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40be74cde84e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ec1e2c2f744684" /><Relationship Type="http://schemas.openxmlformats.org/officeDocument/2006/relationships/notesMaster" Target="/ppt/notesMasters/notesMaster1.xml" Id="Rbc6eddfa357c48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803ddf03a54a26" /><Relationship Type="http://schemas.openxmlformats.org/officeDocument/2006/relationships/notesMaster" Target="/ppt/notesMasters/notesMaster1.xml" Id="R539c09f7dd2741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10d61d7d894a39" /><Relationship Type="http://schemas.openxmlformats.org/officeDocument/2006/relationships/notesMaster" Target="/ppt/notesMasters/notesMaster1.xml" Id="Ra9ffdbbfa38d47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c91f23b61f4322" /><Relationship Type="http://schemas.openxmlformats.org/officeDocument/2006/relationships/notesMaster" Target="/ppt/notesMasters/notesMaster1.xml" Id="R78cbae6e3ed64e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19d57cb3454b8e" /><Relationship Type="http://schemas.openxmlformats.org/officeDocument/2006/relationships/notesMaster" Target="/ppt/notesMasters/notesMaster1.xml" Id="R66d8626096d846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287c7faa4c4f6e" /><Relationship Type="http://schemas.openxmlformats.org/officeDocument/2006/relationships/notesMaster" Target="/ppt/notesMasters/notesMaster1.xml" Id="R0e90a4a2c65b4a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d987261fa54d84" /><Relationship Type="http://schemas.openxmlformats.org/officeDocument/2006/relationships/notesMaster" Target="/ppt/notesMasters/notesMaster1.xml" Id="Rb45aa8d832fa43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Press D during play. Explain that the green rectangles are the boundaries used by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Collision becomes easier when students separate detection from the response that follows.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two books or sheets of paper to demonstrate overlap physically.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inset in playerRect() and the narrow spike rectangle.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previous position prevents side contact from becoming a landing.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 transitions: Start, P, collision, finish, Restart. Source: state.mode and related functions in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aim is explanation. Students should not change hitboxes until they can describe the current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3df8110c545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cf8cd0ca4642c2" /><Relationship Type="http://schemas.openxmlformats.org/officeDocument/2006/relationships/slideLayout" Target="/ppt/slideLayouts/slideLayout1.xml" Id="R99101c95342f4b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101c95342f4b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e3afc34be4a30" /><Relationship Type="http://schemas.openxmlformats.org/officeDocument/2006/relationships/image" Target="/ppt/media/image.png" Id="Ra075095dd43f4052" /><Relationship Type="http://schemas.openxmlformats.org/officeDocument/2006/relationships/notesSlide" Target="/ppt/notesSlides/notesSlide1.xml" Id="R2425302411114a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c2141f7db488d" /><Relationship Type="http://schemas.openxmlformats.org/officeDocument/2006/relationships/notesSlide" Target="/ppt/notesSlides/notesSlide2.xml" Id="R321b2dbd2fde47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40227e0d245ee" /><Relationship Type="http://schemas.openxmlformats.org/officeDocument/2006/relationships/notesSlide" Target="/ppt/notesSlides/notesSlide3.xml" Id="Re6f913f8b14d4f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01a95148c43fe" /><Relationship Type="http://schemas.openxmlformats.org/officeDocument/2006/relationships/notesSlide" Target="/ppt/notesSlides/notesSlide4.xml" Id="Ra9d01e14b2ef40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34810b8ca4343" /><Relationship Type="http://schemas.openxmlformats.org/officeDocument/2006/relationships/notesSlide" Target="/ppt/notesSlides/notesSlide5.xml" Id="R1711e37dc1164a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37036704c4784" /><Relationship Type="http://schemas.openxmlformats.org/officeDocument/2006/relationships/notesSlide" Target="/ppt/notesSlides/notesSlide6.xml" Id="Rc55fe9c324f848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5c9efabf24bb8" /><Relationship Type="http://schemas.openxmlformats.org/officeDocument/2006/relationships/notesSlide" Target="/ppt/notesSlides/notesSlide7.xml" Id="R2ad8904f7a5842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5095dd43f4052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4EDBF-D509-4378-8FA2-FBB84EAF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2F760-8066-42AA-9F97-9F79C083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6AE9A-8760-4F07-8161-C51EE2C8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047B6-1EE0-43FC-8237-4D692DC8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Collision and Game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62CC5-C7B1-455A-A5F8-7DFA1ED6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invisible rectangles control loss, landing, pause, and victory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F185F-DF35-40E4-A477-98B2E79C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1110018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EBE2F-6E7D-4AB3-8ED6-E27070B0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BF83C-277A-4E71-B570-62730D9D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59CFC-912E-49AA-B396-B7D79CCB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3E8AC-E43F-4669-A640-6B291214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3C45E-3906-4C7F-88BA-1BDC7451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rectangular overlap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Describe why hitboxes can be smaller than artwork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Distinguish landing from crashing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Trace ready, playing, paused, lost, and won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A0577-0275-4A31-8121-D80FD93D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8404F-A84D-429D-9303-1D552943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011DE-C7F6-4EF0-B18A-DDBFCA11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How does the game decide what should happen after contact?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9B4A8-29D7-4BB4-9C68-55F344FB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05: Collision and Game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6430A-7737-4DD0-933C-B4F123F4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8371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E3358-2F86-4572-AFFA-163C9CAE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Rectangles overlap when all edges cross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18655-F3A0-412E-B998-4BAAF2D1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8B033-F514-458F-9FF8-AE2E2C71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182EE-D4E6-476B-853F-8EC1AD14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5E5EE-AE3C-49E9-AFF7-D3D1730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return a.x &lt; b.x + b.width &amp;&amp;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a.x + a.width &gt; b.x &amp;&amp;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a.y &lt; b.y + b.height &amp;&amp;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a.y + a.height &gt; b.y;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2B973-38B3-43E1-BC73-4FC067C9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Each line compares one pair of edges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All four conditions must be true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One false condition means separation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test works for player and obstacles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02633-4A33-4E2B-988C-4FA7D808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05: Collision and Game States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EF444-52AD-4250-85B6-78BDD310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047235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7EC7B-8B36-4025-B668-ABC2BC1E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Artwork and hitboxes serve different purposes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3BC1B-2B9D-4AD2-BB57-FD45D86B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9EA2F-4142-4846-B1B3-61426CD9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EF74C-EEF5-4EBD-B2C9-A323FF99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Visible shape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A8474-C9DD-4F37-8844-59D9650A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Collision shape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E74CC-DB5E-41DE-8397-5003140F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8CE03-ED0F-4361-B634-15845CA2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Communicates the object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May rotate or contain empty space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Can change during the art pass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Supports the visual style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E4EB9-F317-4DE4-B4CD-B888E868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Defines contact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Uses simple rectangles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Stays predictable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Can be slightly forgiving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C53E7-3C9F-4B66-AA6E-E9CBC932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05: Collision and Game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F51CA-7F88-4FEC-94C5-6A477B6B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96641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5EA05-6203-4F60-9D6E-B3781DA1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A block can support or stop the player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B314E-60C5-4A74-B5F5-2E75855C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90065-CE42-42B4-BC80-8A2723CC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CE7-4780-46BF-9920-C33AB3FA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6EF8F-B921-433A-9760-F634E33A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const fallingOntoBlock 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state.player.velocityY &gt;= 0 &amp;&amp;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previousBottom &lt;= blockTop + 8;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if (overlaps(player, collision) &amp;&amp;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fallingOntoBlock)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// place player on top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EF034-D273-4855-AC4F-98E9B32E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Velocity confirms downward movement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Previous position shows the approach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tolerance allows a fair landing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Other overlap causes a crash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78123-2842-4EFF-8110-BABFBE03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05: Collision and Game States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1BD87-0618-4E72-97E1-C0ABC13A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63127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34425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90875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EF7FB-24D9-43A3-BF7C-BB7510BA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Game states control available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6D52F-2EE1-40DE-90A0-2CB87071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E43B5-EA65-44F3-AE02-EA1FBBB0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2CA1A-86F8-44A3-9CC0-D836D2D6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80F79-F0BE-4182-BD92-161E7455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Playing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2F83B-3E29-4D67-BE87-83F43B76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Paused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70D04-B253-48AE-8052-69857340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2DC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Lost or won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5D6B2-3BE1-4638-AE1C-4D1BD5AF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Input means something different in each state, but one state is active at a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AE3F3-FD61-4FA8-B3A7-D6F2E812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05: Collision and Game 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5750F-12C1-4D8E-9FED-E4C64FC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71767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65AC9-4ED0-4716-8977-B480151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Checkpoint: diagnose a collision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F16C5-2DAA-4F44-BCBA-E548F400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E2631-0605-491A-B41E-9BE7AED0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E3DE1-07E2-4D80-9346-AB7EC5AD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Use debug mode to explain one collision before changing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DC8AF-D259-493C-930B-2DC8197B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Task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77ACA-9285-44AF-A79E-03EFFC39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Press D to show hitboxes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Approach one obstacle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Pause near contact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Compare visible and collision shapes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Describe which edges overlap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9C1AE-2822-4D84-A6A1-DF8DB28F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13A54-F82B-46C3-87FB-2DDE302B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640E9-BBAD-48C7-B034-146CA6A8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 screenshot or sketch with the four relevant edges labelled.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1021F-2FA8-4412-B401-E5D0074A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05: Collision and Game States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6E8BB-847C-44AD-9AD8-796D3BE1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91365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2026-09-25T01:49:00.4710000Z</dcterms:created>
  <dcterms:modified xsi:type="dcterms:W3CDTF">2026-09-25T01:49:00.4710000Z</dcterms:modified>
</coreProperties>
</file>