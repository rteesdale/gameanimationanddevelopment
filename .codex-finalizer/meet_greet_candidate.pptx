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8581da12624633" /><Relationship Type="http://schemas.openxmlformats.org/officeDocument/2006/relationships/extended-properties" Target="/docProps/app.xml" Id="R8f283a961cf34cd9" /><Relationship Type="http://schemas.openxmlformats.org/officeDocument/2006/relationships/officeDocument" Target="/ppt/presentation.xml" Id="R7d436a38ebcc43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a209b4cf04258"/>
  </p:sldMasterIdLst>
  <p:notesMasterIdLst>
    <p:notesMasterId xmlns:r="http://schemas.openxmlformats.org/officeDocument/2006/relationships" r:id="Re3f45d97571845c5"/>
  </p:notesMasterIdLst>
  <p:sldIdLst>
    <p:sldId xmlns:r="http://schemas.openxmlformats.org/officeDocument/2006/relationships" id="256" r:id="Rf1380a4178264057"/>
    <p:sldId xmlns:r="http://schemas.openxmlformats.org/officeDocument/2006/relationships" id="257" r:id="R110bbb6046bc4f71"/>
    <p:sldId xmlns:r="http://schemas.openxmlformats.org/officeDocument/2006/relationships" id="258" r:id="R37f0da4120eb4318"/>
    <p:sldId xmlns:r="http://schemas.openxmlformats.org/officeDocument/2006/relationships" id="259" r:id="Rc4aab4c6b7754fc5"/>
    <p:sldId xmlns:r="http://schemas.openxmlformats.org/officeDocument/2006/relationships" id="260" r:id="R5fd258064bae499d"/>
    <p:sldId xmlns:r="http://schemas.openxmlformats.org/officeDocument/2006/relationships" id="261" r:id="R113f5c8929c04171"/>
    <p:sldId xmlns:r="http://schemas.openxmlformats.org/officeDocument/2006/relationships" id="262" r:id="Re5a43d2a349047ea"/>
    <p:sldId xmlns:r="http://schemas.openxmlformats.org/officeDocument/2006/relationships" id="263" r:id="R7caddd148e9b49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4e94ef2b349ec" /><Relationship Type="http://schemas.openxmlformats.org/officeDocument/2006/relationships/slideMaster" Target="/ppt/slideMasters/slideMaster1.xml" Id="R5c9a209b4cf04258" /><Relationship Type="http://schemas.openxmlformats.org/officeDocument/2006/relationships/notesMaster" Target="/ppt/notesMasters/notesMaster1.xml" Id="Re3f45d97571845c5" /><Relationship Type="http://schemas.openxmlformats.org/officeDocument/2006/relationships/presProps" Target="/ppt/presProps.xml" Id="R6cec807a757340c6" /><Relationship Type="http://schemas.openxmlformats.org/officeDocument/2006/relationships/tableStyles" Target="/ppt/tableStyles.xml" Id="Rb8369944dee2493b" /><Relationship Type="http://schemas.openxmlformats.org/officeDocument/2006/relationships/slide" Target="/ppt/slides/slide1.xml" Id="Rf1380a4178264057" /><Relationship Type="http://schemas.openxmlformats.org/officeDocument/2006/relationships/slide" Target="/ppt/slides/slide2.xml" Id="R110bbb6046bc4f71" /><Relationship Type="http://schemas.openxmlformats.org/officeDocument/2006/relationships/slide" Target="/ppt/slides/slide3.xml" Id="R37f0da4120eb4318" /><Relationship Type="http://schemas.openxmlformats.org/officeDocument/2006/relationships/slide" Target="/ppt/slides/slide4.xml" Id="Rc4aab4c6b7754fc5" /><Relationship Type="http://schemas.openxmlformats.org/officeDocument/2006/relationships/slide" Target="/ppt/slides/slide5.xml" Id="R5fd258064bae499d" /><Relationship Type="http://schemas.openxmlformats.org/officeDocument/2006/relationships/slide" Target="/ppt/slides/slide6.xml" Id="R113f5c8929c04171" /><Relationship Type="http://schemas.openxmlformats.org/officeDocument/2006/relationships/slide" Target="/ppt/slides/slide7.xml" Id="Re5a43d2a349047ea" /><Relationship Type="http://schemas.openxmlformats.org/officeDocument/2006/relationships/slide" Target="/ppt/slides/slide8.xml" Id="R7caddd148e9b49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ea3558f9049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29c6c18e644116" /><Relationship Type="http://schemas.openxmlformats.org/officeDocument/2006/relationships/notesMaster" Target="/ppt/notesMasters/notesMaster1.xml" Id="R3ed80b3fcb394d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0f1e9a5b5147dd" /><Relationship Type="http://schemas.openxmlformats.org/officeDocument/2006/relationships/notesMaster" Target="/ppt/notesMasters/notesMaster1.xml" Id="R868fa6523950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96703b8de24670" /><Relationship Type="http://schemas.openxmlformats.org/officeDocument/2006/relationships/notesMaster" Target="/ppt/notesMasters/notesMaster1.xml" Id="Rade121a4bf3642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55f965bbc491e" /><Relationship Type="http://schemas.openxmlformats.org/officeDocument/2006/relationships/notesMaster" Target="/ppt/notesMasters/notesMaster1.xml" Id="R0fc838cbf5684d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6a348b827d4005" /><Relationship Type="http://schemas.openxmlformats.org/officeDocument/2006/relationships/notesMaster" Target="/ppt/notesMasters/notesMaster1.xml" Id="Receae6a6a60447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12b6fef2cc4cc1" /><Relationship Type="http://schemas.openxmlformats.org/officeDocument/2006/relationships/notesMaster" Target="/ppt/notesMasters/notesMaster1.xml" Id="Rc5d5e239f5fc4c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61a93470314e30" /><Relationship Type="http://schemas.openxmlformats.org/officeDocument/2006/relationships/notesMaster" Target="/ppt/notesMasters/notesMaster1.xml" Id="R7b1ae16f5d304a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1a12545f09445c" /><Relationship Type="http://schemas.openxmlformats.org/officeDocument/2006/relationships/notesMaster" Target="/ppt/notesMasters/notesMaster1.xml" Id="R2dc7d525fe6e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students warmly. Keep the tone conversational.</a:t>
            </a:r>
          </a:p>
          <a:p xmlns:a="http://schemas.openxmlformats.org/drawingml/2006/main">
            <a:r>
              <a:t>Source context: D:\0_AnimationAndGameDesign\Curriculum\Wednesday_Studio_Session_Types.md and Academic_Year_Course_Outline_Find_It_Fix_It.md.</a:t>
            </a:r>
          </a:p>
          <a:p xmlns:a="http://schemas.openxmlformats.org/drawingml/2006/main">
            <a:r>
              <a:t>Image source: local workspace image game-development-google-classroom-photoreal-1600x400.png.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timing guide, not a rigid lecture.</a:t>
            </a:r>
          </a:p>
          <a:p xmlns:a="http://schemas.openxmlformats.org/drawingml/2006/main">
            <a:r>
              <a:t>Invite short responses early so students know the session expects voices, not silence.</a:t>
            </a:r>
          </a:p>
          <a:p xmlns:a="http://schemas.openxmlformats.org/drawingml/2006/main">
            <a:r>
              <a:t>Source context: Orientation And Placement Meeting agenda in Wednesday_Studio_Session_Types.md.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studio to audience experience. This is the first big idea.</a:t>
            </a:r>
          </a:p>
          <a:p xmlns:a="http://schemas.openxmlformats.org/drawingml/2006/main">
            <a:r>
              <a:t>Image source: local workspace image game-development-google-classroom.png.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norms are adapted from the Studio Level 1 manual.</a:t>
            </a:r>
          </a:p>
          <a:p xmlns:a="http://schemas.openxmlformats.org/drawingml/2006/main">
            <a:r>
              <a:t>Ask students which one they think the group will need most.</a:t>
            </a:r>
          </a:p>
          <a:p xmlns:a="http://schemas.openxmlformats.org/drawingml/2006/main">
            <a:r>
              <a:t>Source context: StudioLevel1_Explorer_Game_Foundations_Instruction_Manual.md.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interactive. Ask for examples from students' games, shows, apps, or videos.</a:t>
            </a:r>
          </a:p>
          <a:p xmlns:a="http://schemas.openxmlformats.org/drawingml/2006/main">
            <a:r>
              <a:t>Image source: local Godot documentation image editor_intro_workspace_game.webp.</a:t>
            </a:r>
          </a:p>
          <a:p xmlns:a="http://schemas.openxmlformats.org/drawingml/2006/main">
            <a:r>
              <a:t>Source context: Lesson 1 vocabulary in StudioLevel1_Explorer_Game_Foundations_Instruction_Manual.md.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course pathway in plain language.</a:t>
            </a:r>
          </a:p>
          <a:p xmlns:a="http://schemas.openxmlformats.org/drawingml/2006/main">
            <a:r>
              <a:t>Source context: Core Teaching Principle and Year Goal in Academic_Year_Course_Outline_Find_It_Fix_It.md.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make placement feel fixed. Emphasize starting point, not ranking.</a:t>
            </a:r>
          </a:p>
          <a:p xmlns:a="http://schemas.openxmlformats.org/drawingml/2006/main">
            <a:r>
              <a:t>Source context: Studio Level Fit table in Academic_Year_Course_Outline_Find_It_Fix_It.md.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students answer in pairs first if the room is quiet.</a:t>
            </a:r>
          </a:p>
          <a:p xmlns:a="http://schemas.openxmlformats.org/drawingml/2006/main">
            <a:r>
              <a:t>Source context: Orientation And Placement Meeting outputs in Wednesday_Studio_Session_Types.md.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e6c7536ea4a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29098e8b7a433f" /><Relationship Type="http://schemas.openxmlformats.org/officeDocument/2006/relationships/slideLayout" Target="/ppt/slideLayouts/slideLayout1.xml" Id="Ra612511eb90e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12511eb90e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3d3c9adec456c" /><Relationship Type="http://schemas.openxmlformats.org/officeDocument/2006/relationships/image" Target="/ppt/media/image.png" Id="R34e346378e894420" /><Relationship Type="http://schemas.openxmlformats.org/officeDocument/2006/relationships/notesSlide" Target="/ppt/notesSlides/notesSlide1.xml" Id="Rb5868ced97da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24ba9bf30408a" /><Relationship Type="http://schemas.openxmlformats.org/officeDocument/2006/relationships/notesSlide" Target="/ppt/notesSlides/notesSlide2.xml" Id="Rbc625ca5bb6d41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d0d41e2bf415c" /><Relationship Type="http://schemas.openxmlformats.org/officeDocument/2006/relationships/image" Target="/ppt/media/image2.png" Id="Ra6189d54d44e40e6" /><Relationship Type="http://schemas.openxmlformats.org/officeDocument/2006/relationships/notesSlide" Target="/ppt/notesSlides/notesSlide3.xml" Id="Rdd6bff669f3745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8bdf81e134536" /><Relationship Type="http://schemas.openxmlformats.org/officeDocument/2006/relationships/notesSlide" Target="/ppt/notesSlides/notesSlide4.xml" Id="Ra700bcc0c7b34f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8dc45b684445a" /><Relationship Type="http://schemas.openxmlformats.org/officeDocument/2006/relationships/image" Target="/ppt/media/image.bin" Id="R2280f65986704625" /><Relationship Type="http://schemas.openxmlformats.org/officeDocument/2006/relationships/notesSlide" Target="/ppt/notesSlides/notesSlide5.xml" Id="R2a967cd2b03846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67bdd07594fd0" /><Relationship Type="http://schemas.openxmlformats.org/officeDocument/2006/relationships/notesSlide" Target="/ppt/notesSlides/notesSlide6.xml" Id="Rc9223c443a2e47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212b1fdd04707" /><Relationship Type="http://schemas.openxmlformats.org/officeDocument/2006/relationships/notesSlide" Target="/ppt/notesSlides/notesSlide7.xml" Id="Rabc05b1e16d840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f30a2c71e4ef8" /><Relationship Type="http://schemas.openxmlformats.org/officeDocument/2006/relationships/notesSlide" Target="/ppt/notesSlides/notesSlide8.xml" Id="R9f94797cb4f242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346378e894420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2C014-FE8A-4BEA-BE42-51F39A38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491BB-8025-451F-A224-B80C5D50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Game Animation &amp; Development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093E6-932C-402D-96CC-A7D1875F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DE68A"/>
                </a:solidFill>
                <a:latin typeface="Aptos"/>
                <a:ea typeface="Aptos"/>
                <a:cs typeface="Aptos"/>
              </a:rPr>
              <a:t>First meet and greet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3379D-C5E2-4DC9-8CF8-8FC8C113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is for names, interests, expectations, and the big idea behind the studio.</a:t>
            </a:r>
          </a:p>
        </p:txBody>
      </p:sp>
    </p:spTree>
    <p:extLst>
      <p:ext uri="{BB962C8B-B14F-4D97-AF65-F5344CB8AC3E}">
        <p14:creationId xmlns:p14="http://schemas.microsoft.com/office/powerpoint/2010/main" val="477665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11BBC-E78B-41C0-9238-60A5E056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Simple Meeting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49874-64D3-4551-BFEC-4DA4BCB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short first session with plenty of room to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A19F1-DFF2-4037-AC31-69FE2BAD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968E9-E074-4700-B82A-DE1C40F5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DCCD-F8F6-4F34-9DE0-597FCE0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33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798B2-E42E-4001-9A59-B08DB89A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studio is 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E1143-1FA2-45F1-9AD6-F2F8DCF7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78233-42E6-42A1-AB43-5356940F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6388A-A07E-410A-AF63-F6E9C42E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Introductions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A91DF-43B8-44C3-8077-2F89D52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Names, interests, and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42758-854C-4120-B4A9-E6C1308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6645A-6539-4E3C-9D49-57F60E7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04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976B8-70F4-400D-83ED-297D522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FB1C4-92D6-4832-A18B-22BE3163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we build and give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37E87-52F1-4E01-A1F3-194A2888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C57A4-5EFD-4887-ADB5-DA27315C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CE1FC-D75E-4C2C-BE0A-098FDF5D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5D1C5-1ED3-4961-BAE5-90C3963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Games, animation, users, and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C1250-D838-4FB1-AF35-2433F87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224C4-74AD-4D4E-AD2C-89DFCC57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45D9E-05E1-492C-9BEE-6036E552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05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31579-854E-4D1F-8F12-938740D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33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Where each student begins 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46F26-56DA-4B9D-BB9C-982247C1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910C4-5655-43ED-9444-966D1E9C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EC4A8-41E2-428D-A189-A1EF5B4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would make this studio worth showing up for each week?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10C9C-4FB4-46C3-B16A-31CC7C44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2</a:t>
            </a:r>
          </a:p>
        </p:txBody>
      </p:sp>
    </p:spTree>
    <p:extLst>
      <p:ext uri="{BB962C8B-B14F-4D97-AF65-F5344CB8AC3E}">
        <p14:creationId xmlns:p14="http://schemas.microsoft.com/office/powerpoint/2010/main" val="1422617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F87EC-1DF0-4557-B7E2-D4A1E2D7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Studio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0A918-1D7D-4773-9580-BC66C0C4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aim is to make work that another person can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7D956-CA0F-4123-9D30-42BDEF2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will learn by making visible progress, testing early, and explaining how each change affects the audience.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BCEF1-6404-46F6-80F7-2992FAC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game idea becomes clearer when someone else tries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4612-5393-4DB8-9BFE-2E230732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An animation becomes stronger when motion, timing, and feeling connect.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2972E-AC0B-40F3-8231-1A927F6A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small improvement can teach more than a large unfinished plan.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89d54d44e40e6"/>
          <a:srcRect xmlns:a="http://schemas.openxmlformats.org/drawingml/2006/main" l="37500" t="0" r="37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5049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0C603-B9A3-48E3-AD67-B7DFE384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CCD66-C4EF-49AB-84AF-8E758C97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B9CB7-3C42-456C-AEE8-F1E0254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Think of a game, animation, or app you like. What does it make the audience do or feel?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D80B1-4333-4AD6-9FFB-EE3B1782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3</a:t>
            </a:r>
          </a:p>
        </p:txBody>
      </p:sp>
    </p:spTree>
    <p:extLst>
      <p:ext uri="{BB962C8B-B14F-4D97-AF65-F5344CB8AC3E}">
        <p14:creationId xmlns:p14="http://schemas.microsoft.com/office/powerpoint/2010/main" val="821840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D260A-D7E1-4361-8179-92757DD3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3D19A-C0EA-4279-BE98-3C812C7D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Good creative work needs trust, iteration, and clear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824C0-651E-4800-913C-BFF8E21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Test 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00199-A474-4770-8778-3D608BFE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Show rough work before it feels finished.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86B4F-89BC-4BF0-ADB2-2355D58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Save often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59ECC-AC0F-406B-B5DB-2ABD5D0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Protect progress before risky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0D6D1-9C32-4D17-BAD3-C7EAB27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Describe problems clearly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D7F63-CA37-444D-AEED-8D9F6DDF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 what happened and where it happened.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9009E-C3F1-4EE2-8403-D33006B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Focus feedback on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9151D-227A-44CE-9983-146A2E2E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Critique the design, experience, or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4658D-EFD0-4DAE-BBB4-15BF154B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Credit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C76C4-E6A9-49A0-B7EF-14E6AB57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Respect the people whose work helps your project.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C3344-DD21-43FB-84DC-13E9B0AE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Improve one small thing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EDFB5-818A-4E50-A8C2-6DFCED1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Choose a change you can test this week.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67849-CAE2-4668-B388-609EBF0A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6B73F-EA81-45C4-B7E4-A506C383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5C7C8-5E10-4BA5-8588-7C39B55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Which norm will help us most when the work gets difficult?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F4411-F770-449D-959A-DA7A717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4</a:t>
            </a:r>
          </a:p>
        </p:txBody>
      </p:sp>
    </p:spTree>
    <p:extLst>
      <p:ext uri="{BB962C8B-B14F-4D97-AF65-F5344CB8AC3E}">
        <p14:creationId xmlns:p14="http://schemas.microsoft.com/office/powerpoint/2010/main" val="39054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0D6F7-CA82-4170-9141-1B469D4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Designed Experiences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9F1D5-5386-42B4-8CFB-7FC1829D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 and animations are built from choices that shape what people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EB7CB-880D-4C16-BDAE-79149A6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Player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08D03-721D-4CAB-8136-4FD3322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526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50AF9-244B-4953-94BE-68F1B4A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5247C-349D-4098-A8C0-7CF16409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tries to achieve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150C0-BD82-4643-85C6-47D6B27A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60611-98E9-4E62-8031-A895B64E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limits or guides the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D6F1C-67A7-418E-9BFC-3479D03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4FBCE-12AC-4DFA-9779-5063501F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the work tells the audience 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E6371-D3AB-4BD8-AF00-16D0820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Feeling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46CA0-BBA7-43E2-B6BB-525D2C7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67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response the design is trying to create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0f65986704625"/>
          <a:srcRect xmlns:a="http://schemas.openxmlformats.org/drawingml/2006/main" l="16912" t="0" r="16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76400"/>
            <a:ext cx="3429000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4FA8B-63E1-443C-89AF-D351E56C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D6675-B3C8-479D-95EF-7973F4F1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6378F-2545-41AE-BEFE-AC94664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you play or watch something, what makes you say I understand what to 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3B08B-E322-46B9-A768-2C79175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5</a:t>
            </a:r>
          </a:p>
        </p:txBody>
      </p:sp>
    </p:spTree>
    <p:extLst>
      <p:ext uri="{BB962C8B-B14F-4D97-AF65-F5344CB8AC3E}">
        <p14:creationId xmlns:p14="http://schemas.microsoft.com/office/powerpoint/2010/main" val="2104271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96927-F81C-4244-97B3-4580E22D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Find It, Fix It, Play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C54CF-5D63-4500-914F-8DD791F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first projects start with small changes to working or partly working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98081-5154-459C-95FA-2E6FFC3A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54B12-5BDC-400D-A862-DD435067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84038-FC1E-4846-97C7-D942DDD5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is unclear, missing, unfair, broken, or weak?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AD3FF-D2CF-4730-8A5B-73344D58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95F59-ACF1-461A-90C7-9F406B5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0F7B7-15F8-45F1-8DE1-20F95C53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Change one thing that a player can notice.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CED6F-CA65-4A93-A553-605062D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697C3-608D-4758-8CB1-EDF14EBF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49755-F9DA-400B-B5BF-E52C3EE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Let another person try it before you explain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1EC94-D98B-4422-ACCB-E6CDBC2A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3FDDF-9E1A-4B7D-BE0B-EBB10C2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A4A0D-868D-4E87-958F-40588AC6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Describe how the player experience changed.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8B525-0ED6-4C50-A31C-C0BF3BF3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First task mindset: one small improvement, tested with a real person.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BB8D3-219D-4F6A-9102-A67319EA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288BF-0E5C-45B3-A3FE-0880E63D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0A17-449F-4A68-A057-9D07AFB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kind of problem do you notice first in games: controls, fairness, story, visuals, sound, or instructions?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12AFF-E4AB-49CD-8582-DF91A3D1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6</a:t>
            </a:r>
          </a:p>
        </p:txBody>
      </p:sp>
    </p:spTree>
    <p:extLst>
      <p:ext uri="{BB962C8B-B14F-4D97-AF65-F5344CB8AC3E}">
        <p14:creationId xmlns:p14="http://schemas.microsoft.com/office/powerpoint/2010/main" val="259599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22545-72FF-44DD-943C-7731016D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87BB6-896B-4A85-927E-3577A384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Students can begin at different levels and still share the same studio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B19E3-6DC4-430A-AB20-29B7F255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DEAC5-89AC-4A17-9676-A4F05C36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B167B-868B-4A78-8FB5-C581BC36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Modify and explain a simple 2D game prototype.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3EEE6-EE23-437A-AECC-457FB57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846C2-53AF-47EF-9A6F-580A5951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72BE2-F412-4B3D-8424-EA8DE8CC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Repair, tune, and extend an arcade-style game.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C131C-1EA5-4596-AFBA-055A55AD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Designer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BB683-B534-49A8-B343-FF35420C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7B60F-BEA6-476C-9AA9-66B7D7B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Improve story, UI, feedback, systems, and user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1A904-DD64-47B2-83FE-9949EEC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08AD0-146C-496B-91DB-D37DCC08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0A78E-F465-463B-98D6-E78D09B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Contribute to a team project with a defined production role.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43FF6-4466-41FE-A1B8-0B8F80F7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Director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64761-5042-4673-8637-9701606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624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26F33-5DE5-4109-A140-88C344C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Prepare a polished demo, pitch, and documentation.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E1E9C-6C6A-4C39-A65D-1490E974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46FE7-ADC8-4392-B99C-B232DFCF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4A929-6E29-4FB4-99DB-9468F98E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do you think you are starting, and what would help you move up one level?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10110-88C1-43E2-BEAD-F8B8ED60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7</a:t>
            </a:r>
          </a:p>
        </p:txBody>
      </p:sp>
    </p:spTree>
    <p:extLst>
      <p:ext uri="{BB962C8B-B14F-4D97-AF65-F5344CB8AC3E}">
        <p14:creationId xmlns:p14="http://schemas.microsoft.com/office/powerpoint/2010/main" val="1348308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8D089-DBB3-4E14-A804-8F5FECB2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FD820-7DEE-4601-AF80-C7DFB8DF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these questions to learn who is in the room.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BEF5A-0E53-4C0B-9939-695FB282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games, animations, tools, or stories have shaped your taste?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B959B-56E6-4F20-9C2C-506A17A3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have you made before, even if it was small or unfinished?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8DEB0-55CD-4877-B992-09987FEA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 you want to learn first: art, code, story, level design, sound, UI, or production?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53113-3D04-478C-BF71-F91DBDA6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access do you have to a laptop, files, and Google Classroom?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049A9-1879-4ED4-988E-5C9910CB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19300"/>
            <a:ext cx="2286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1FF08-6066-4983-9591-E98D725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56347-9D57-405F-AFD4-ED451600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1771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Join Google Classroom, complete the interest form, and bring one idea or example to the next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334D5-8EBE-46E2-8AFF-8F1F0942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8877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2026-09-17T18:42:08.9850000Z</dcterms:created>
  <dcterms:modified xsi:type="dcterms:W3CDTF">2026-09-17T18:42:08.9850000Z</dcterms:modified>
</coreProperties>
</file>