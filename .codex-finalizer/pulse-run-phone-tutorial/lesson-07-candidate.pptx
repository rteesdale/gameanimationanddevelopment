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5e83218ec24afb" /><Relationship Type="http://schemas.openxmlformats.org/officeDocument/2006/relationships/extended-properties" Target="/docProps/app.xml" Id="Rc57f18ec466c450c" /><Relationship Type="http://schemas.openxmlformats.org/officeDocument/2006/relationships/officeDocument" Target="/ppt/presentation.xml" Id="R6951c4b2ffa6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166f184cbe4caf"/>
  </p:sldMasterIdLst>
  <p:notesMasterIdLst>
    <p:notesMasterId xmlns:r="http://schemas.openxmlformats.org/officeDocument/2006/relationships" r:id="Rb82442b2e56d4a8c"/>
  </p:notesMasterIdLst>
  <p:sldIdLst>
    <p:sldId xmlns:r="http://schemas.openxmlformats.org/officeDocument/2006/relationships" id="256" r:id="Rca12aeb7ffc74f7c"/>
    <p:sldId xmlns:r="http://schemas.openxmlformats.org/officeDocument/2006/relationships" id="257" r:id="R8a96693a09ce4883"/>
    <p:sldId xmlns:r="http://schemas.openxmlformats.org/officeDocument/2006/relationships" id="258" r:id="Rc0b84dd500ba4c1e"/>
    <p:sldId xmlns:r="http://schemas.openxmlformats.org/officeDocument/2006/relationships" id="259" r:id="R02e945c8b19a467b"/>
    <p:sldId xmlns:r="http://schemas.openxmlformats.org/officeDocument/2006/relationships" id="260" r:id="Rcee5df7d30a04c76"/>
    <p:sldId xmlns:r="http://schemas.openxmlformats.org/officeDocument/2006/relationships" id="261" r:id="R32d9e798fcd6480d"/>
    <p:sldId xmlns:r="http://schemas.openxmlformats.org/officeDocument/2006/relationships" id="262" r:id="Rf5c9443830834f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9a04e88ece44c9" /><Relationship Type="http://schemas.openxmlformats.org/officeDocument/2006/relationships/slideMaster" Target="/ppt/slideMasters/slideMaster1.xml" Id="R0a166f184cbe4caf" /><Relationship Type="http://schemas.openxmlformats.org/officeDocument/2006/relationships/notesMaster" Target="/ppt/notesMasters/notesMaster1.xml" Id="Rb82442b2e56d4a8c" /><Relationship Type="http://schemas.openxmlformats.org/officeDocument/2006/relationships/presProps" Target="/ppt/presProps.xml" Id="R1e0f8ead35c746b3" /><Relationship Type="http://schemas.openxmlformats.org/officeDocument/2006/relationships/tableStyles" Target="/ppt/tableStyles.xml" Id="R453d90f723bc4c68" /><Relationship Type="http://schemas.openxmlformats.org/officeDocument/2006/relationships/slide" Target="/ppt/slides/slide1.xml" Id="Rca12aeb7ffc74f7c" /><Relationship Type="http://schemas.openxmlformats.org/officeDocument/2006/relationships/slide" Target="/ppt/slides/slide2.xml" Id="R8a96693a09ce4883" /><Relationship Type="http://schemas.openxmlformats.org/officeDocument/2006/relationships/slide" Target="/ppt/slides/slide3.xml" Id="Rc0b84dd500ba4c1e" /><Relationship Type="http://schemas.openxmlformats.org/officeDocument/2006/relationships/slide" Target="/ppt/slides/slide4.xml" Id="R02e945c8b19a467b" /><Relationship Type="http://schemas.openxmlformats.org/officeDocument/2006/relationships/slide" Target="/ppt/slides/slide5.xml" Id="Rcee5df7d30a04c76" /><Relationship Type="http://schemas.openxmlformats.org/officeDocument/2006/relationships/slide" Target="/ppt/slides/slide6.xml" Id="R32d9e798fcd6480d" /><Relationship Type="http://schemas.openxmlformats.org/officeDocument/2006/relationships/slide" Target="/ppt/slides/slide7.xml" Id="Rf5c944383083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8c48c0e96745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9874e387ef4b8b" /><Relationship Type="http://schemas.openxmlformats.org/officeDocument/2006/relationships/notesMaster" Target="/ppt/notesMasters/notesMaster1.xml" Id="R40a6a720ba3143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dcef3e30034156" /><Relationship Type="http://schemas.openxmlformats.org/officeDocument/2006/relationships/notesMaster" Target="/ppt/notesMasters/notesMaster1.xml" Id="R1070da97051f41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319b8b81764563" /><Relationship Type="http://schemas.openxmlformats.org/officeDocument/2006/relationships/notesMaster" Target="/ppt/notesMasters/notesMaster1.xml" Id="R2dd450067c764e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aef8c9e2d54612" /><Relationship Type="http://schemas.openxmlformats.org/officeDocument/2006/relationships/notesMaster" Target="/ppt/notesMasters/notesMaster1.xml" Id="R1bd19cbc4dc0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b6fb47bf0743f2" /><Relationship Type="http://schemas.openxmlformats.org/officeDocument/2006/relationships/notesMaster" Target="/ppt/notesMasters/notesMaster1.xml" Id="Rc727b07c5e384c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4eef7d552c4c96" /><Relationship Type="http://schemas.openxmlformats.org/officeDocument/2006/relationships/notesMaster" Target="/ppt/notesMasters/notesMaster1.xml" Id="R26b0b1dcd8e84f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f6d6d8529a4d1d" /><Relationship Type="http://schemas.openxmlformats.org/officeDocument/2006/relationships/notesMaster" Target="/ppt/notesMasters/notesMaster1.xml" Id="Ref311972f00042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the phone edition directly from its saved location. Emphasize that its gameplay is the same; only the delivery format has changed. Source: local Pulse_Run_Phone_Edition.html.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key question to surface two different needs: humans need maintainable source code, while players need a reliable package.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link and script tags in index.html. A relative URL is resolved from the document's location. Source: local index.html. Reference: https://developer.mozilla.org/en-US/docs/Web/CSS/Reference/Values/url_value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Compare this slide with the original link and script tags. The build script reads the source files and inserts their contents between style and script tags. Source: local build-phone-edition.mjs and generated phone 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present one format as universally better. Separation helps authors; bundling helps distribution. Platform file-opening rules can still vary, especially on phones.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generated comment at the top of the phone edition. The bundler also checks that no external script or stylesheet remains. Source: local build-phone-edition.mjs.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Airplane mode is a useful classroom test, but direct opening still depends on the phone's file manager and browser. Installing a web app is a different process and commonly requires a secure web origin. Reference: https://developer.mozilla.org/en-US/docs/Web/Progressive_web_apps/Tutorials/CycleTracker/Secure_connection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96af9417a4f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bee84ee274f59" /><Relationship Type="http://schemas.openxmlformats.org/officeDocument/2006/relationships/slideLayout" Target="/ppt/slideLayouts/slideLayout1.xml" Id="R703636d5e26a40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3636d5e26a40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17f45e14b42bd" /><Relationship Type="http://schemas.openxmlformats.org/officeDocument/2006/relationships/image" Target="/ppt/media/image.png" Id="Rec4a51ff71644aa3" /><Relationship Type="http://schemas.openxmlformats.org/officeDocument/2006/relationships/notesSlide" Target="/ppt/notesSlides/notesSlide1.xml" Id="Rfaf1089b6d2f4c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3ff658d5d04ee8" /><Relationship Type="http://schemas.openxmlformats.org/officeDocument/2006/relationships/notesSlide" Target="/ppt/notesSlides/notesSlide2.xml" Id="Rffadc6173dc246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970793a8149f8" /><Relationship Type="http://schemas.openxmlformats.org/officeDocument/2006/relationships/notesSlide" Target="/ppt/notesSlides/notesSlide3.xml" Id="Rf4ca3689c9f14b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69857fd3c4a6f" /><Relationship Type="http://schemas.openxmlformats.org/officeDocument/2006/relationships/notesSlide" Target="/ppt/notesSlides/notesSlide4.xml" Id="R810f8685276546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9080178704d9d" /><Relationship Type="http://schemas.openxmlformats.org/officeDocument/2006/relationships/notesSlide" Target="/ppt/notesSlides/notesSlide5.xml" Id="R9b52f32aaf7040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d64c1faad41ac" /><Relationship Type="http://schemas.openxmlformats.org/officeDocument/2006/relationships/notesSlide" Target="/ppt/notesSlides/notesSlide6.xml" Id="R3068675881534e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2c0efccdf4fd7" /><Relationship Type="http://schemas.openxmlformats.org/officeDocument/2006/relationships/notesSlide" Target="/ppt/notesSlides/notesSlide7.xml" Id="Rdcfac10e01fa4d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4a51ff71644aa3"/>
          <a:srcRect xmlns:a="http://schemas.openxmlformats.org/drawingml/2006/main" l="0" t="14606" r="0" b="146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15250" y="0"/>
            <a:ext cx="447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0E6E2-26D9-4258-B2F3-8CA7175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0"/>
            <a:ext cx="76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>
              <a:alpha val="70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12624-BDF4-4883-AE72-CEAE40D8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143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D7AE1-91A7-43E4-BC8F-8EF8DE3F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1049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PULSE RUN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50CEF-B34C-4629-8770-77F6052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Packaging the</a:t>
            </a:r>
          </a:p>
          <a:p xmlns:a="http://schemas.openxmlformats.org/drawingml/2006/main">
            <a:pPr algn="l">
              <a:defRPr sz="43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Phone Edition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C3DC2-1F7A-4B33-B742-5EA7BAD0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Why one distributable file can be easier to move and open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0BB86-EC06-45FE-814B-2E6E1EFE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864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Beginner coding tutorial</a:t>
            </a:r>
          </a:p>
        </p:txBody>
      </p:sp>
    </p:spTree>
    <p:extLst>
      <p:ext uri="{BB962C8B-B14F-4D97-AF65-F5344CB8AC3E}">
        <p14:creationId xmlns:p14="http://schemas.microsoft.com/office/powerpoint/2010/main" val="234177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7B643-239E-42D9-BA6D-3F79A919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Learning goals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57249-968E-4ED4-AEC3-8C467924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B9C5F-C010-4F66-A245-CDFEB7B5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9973F-6813-41C8-A01C-BDE4A459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By the end of this tutorial, students can: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83BEA-A4C7-497B-B076-AEBFF124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10096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Distinguish editable source files from a distribution build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Explain how relative file paths create dependencies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Describe how CSS and JavaScript can be placed inside HTML</a:t>
            </a:r>
          </a:p>
          <a:p xmlns:a="http://schemas.openxmlformats.org/drawingml/2006/main">
            <a:pPr marL="254000" indent="-127000">
              <a:spcAft>
                <a:spcPts val="1600"/>
              </a:spcAft>
              <a:buChar char="•"/>
              <a:defRPr sz="20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131315"/>
                </a:solidFill>
                <a:latin typeface="Arial"/>
                <a:ea typeface="Arial"/>
                <a:cs typeface="Arial"/>
              </a:rPr>
              <a:t>Identify the benefits, limits, and tests for a one-file edition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419A2-D896-499E-8E5A-76BCE50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0B50D-2F07-4363-87D5-627CBA1D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Key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D1FCA-A612-4DC1-ABCA-9395FA2A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Why keep several source files when one file is easier to share?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1FE01-C964-4788-ACFE-228D278B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07: Packaging the Phone Edition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BD5F3-E2ED-464B-9B8F-EE2BF56D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94042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620000" y="3143250"/>
            <a:ext cx="952500" cy="8334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20000" y="2338388"/>
            <a:ext cx="952500" cy="8048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7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810000" y="3143250"/>
            <a:ext cx="952500" cy="8334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810000" y="2338388"/>
            <a:ext cx="952500" cy="80486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3778B-CC2E-44E2-9008-3A3D1222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source project uses three 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3B515-01CE-44F2-B409-4377E951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ABDD9-665A-4053-B57F-A1BE479B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40D5D-3172-4961-A90F-35C248C3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762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index.html</a:t>
            </a:r>
          </a:p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19D19-4606-409E-A8A7-EF1854AC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954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css/style.css</a:t>
            </a:r>
          </a:p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appearance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13824-E644-4F16-B8B9-3835B61F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33750"/>
            <a:ext cx="2857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js/game.js</a:t>
            </a:r>
          </a:p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behaviour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5473FE-E9DC-46E8-BEF1-61B41438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571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Browser combines</a:t>
            </a:r>
          </a:p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files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667F0-4A04-4F1D-8D83-5EF603EE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9429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The links are relative paths. Move or omit one file and the page can lose its style or game logic.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E4F3C-A114-4482-9A05-1F2C7D6E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07: Packaging the Phone Edition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90C97-3989-442D-A987-F81935C7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407179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1F27C-359A-4408-8D46-4E41B4DD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Packaging places the dependencies inside HTML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AE981-2425-4FB9-9F8F-81FA1423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5E094-BA44-42B0-BF44-174D4E13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EEFE0-9A27-4473-9008-9AA4BE7A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6191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28575">
            <a:solidFill>
              <a:srgbClr val="FFCC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BEF81-0A10-4A38-AC55-B31170A7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57340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&lt;style&gt;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/* contents of style.css */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&lt;/style&gt;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&lt;canvas id="gameCanvas"&gt;&lt;/canvas&gt;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&lt;script&gt;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  // contents of game.js</a:t>
            </a:r>
          </a:p>
          <a:p xmlns:a="http://schemas.openxmlformats.org/drawingml/2006/main">
            <a:pPr algn="l">
              <a:defRPr sz="1575" b="0">
                <a:solidFill>
                  <a:srgbClr val="F4F1E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F4F1E8"/>
                </a:solidFill>
                <a:latin typeface="Consolas"/>
                <a:ea typeface="Consolas"/>
                <a:cs typeface="Consolas"/>
              </a:rPr>
              <a:t>&lt;/script&gt;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6AF4A-4373-4303-915C-70470A39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714500"/>
            <a:ext cx="4095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browser receives one HTML document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No CSS or JavaScript path can break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same game code still runs offline</a:t>
            </a:r>
          </a:p>
          <a:p xmlns:a="http://schemas.openxmlformats.org/drawingml/2006/main">
            <a:pPr marL="254000" indent="-127000">
              <a:spcAft>
                <a:spcPts val="1400"/>
              </a:spcAft>
              <a:buChar char="•"/>
              <a:defRPr sz="1725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31315"/>
                </a:solidFill>
                <a:latin typeface="Arial"/>
                <a:ea typeface="Arial"/>
                <a:cs typeface="Arial"/>
              </a:rPr>
              <a:t>No internet connection is introduced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6E2BA-6FB1-476C-811D-5F4F8EE9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95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Inlining changes where the code lives, not what the code means.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DD458-33DB-4217-A185-AD08BBE2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07: Packaging the Phone Edition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2F02EB-4D0D-4268-A2C9-D89C48F6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15110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FD744-B238-40F0-A7EF-E485AC3C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Each format serves a different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8C50C-CB22-4A69-B9D5-99AA241F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24623-515A-48CF-80D1-6192D0A2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B506D-84C4-4AD9-A332-AE874FB2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Teaching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91054-E9B8-4922-9B1E-3EFBD500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Phone edition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DD544-B200-4C2D-B9F2-EFEE2AEC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524000"/>
            <a:ext cx="2857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31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205F8-7535-4176-A3F8-45E8DAB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HTML, CSS, and JavaScript stay separate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Beginners can find each responsibility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Editing and debugging are easier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This remains the master version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476EB-90E4-4BC3-91FD-E5ED6133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71487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One item is easier to send or copy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Relative dependency errors disappear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The combined file is harder to study</a:t>
            </a:r>
          </a:p>
          <a:p xmlns:a="http://schemas.openxmlformats.org/drawingml/2006/main">
            <a:pPr marL="254000" indent="-127000">
              <a:spcAft>
                <a:spcPts val="1300"/>
              </a:spcAft>
              <a:buChar char="•"/>
              <a:defRPr sz="1800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131315"/>
                </a:solidFill>
                <a:latin typeface="Arial"/>
                <a:ea typeface="Arial"/>
                <a:cs typeface="Arial"/>
              </a:rPr>
              <a:t>It must be rebuilt after source changes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176FD-9A10-4C4B-B279-C6FDE549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Pulse Run 07: Packaging the Phone Edition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D8572-486D-4695-9F25-6E5887B3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45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645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7838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553450" y="3162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5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10250" y="3162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cxnSp>
        <p:nvCxnSpPr>
          <p:cNvPr id="1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67050" y="31623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F1E8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3BDB2-E318-4803-8DED-87292310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Use one source of truth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C68B0C-646C-4F8D-AA18-F54476D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20535-3048-4E60-B8C4-FDCDC8D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11E36-1754-4551-B888-F61ABC3F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Edit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C4A55-4561-4CE4-A5D4-E306AC42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CC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Bundle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F15AF9-E222-4433-9CF7-0FFC04DF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050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Test phone</a:t>
            </a:r>
          </a:p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edition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5B883-F4F7-4DCF-A457-C2D66B11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2381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82DC7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13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31315"/>
                </a:solidFill>
                <a:latin typeface="Arial"/>
                <a:ea typeface="Arial"/>
                <a:cs typeface="Arial"/>
              </a:rPr>
              <a:t>Distribute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F28F9-2E0E-4E6B-86E6-E799B114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7200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Never hand-edit both copies. Rebuild the phone edition from the readable source after every approved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7A61A5-4276-4E7C-9A1E-6E27F9E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07: Packaging the Phone Edition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8D5BF-C956-4ED6-AEDF-8421C0D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1141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3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8D287-4FF4-4890-BB68-43E3C1B0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Checkpoint: audit a portable 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C2CE4-7351-4C01-BC14-6238FC11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191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7E68C-1E2A-4706-A1FA-0DE213A4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04900"/>
            <a:ext cx="10858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9E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C4801-5964-4205-984D-F13D186A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CC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CC33"/>
                </a:solidFill>
                <a:latin typeface="Arial"/>
                <a:ea typeface="Arial"/>
                <a:cs typeface="Arial"/>
              </a:rPr>
              <a:t>Prove that the phone edition is genuinely portable.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981D2-C5B1-41B0-8F62-0E0F7221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5D9E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9E8"/>
                </a:solidFill>
                <a:latin typeface="Arial"/>
                <a:ea typeface="Arial"/>
                <a:cs typeface="Arial"/>
              </a:rPr>
              <a:t>Test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327D3-A0AC-4B91-9CAF-0BB60CEC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628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Confirm that only one game file is required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Open it without an internet connection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Test tap, pause, sound, collision, and restart</a:t>
            </a:r>
          </a:p>
          <a:p xmlns:a="http://schemas.openxmlformats.org/drawingml/2006/main">
            <a:pPr marL="254000" indent="-127000">
              <a:spcAft>
                <a:spcPts val="1200"/>
              </a:spcAft>
              <a:buChar char="•"/>
              <a:defRPr sz="180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F4F1E8"/>
                </a:solidFill>
                <a:latin typeface="Arial"/>
                <a:ea typeface="Arial"/>
                <a:cs typeface="Arial"/>
              </a:rPr>
              <a:t>Check portrait and landscape orientations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ADAD7-BD56-4E5E-BC89-03C8BF9C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81300"/>
            <a:ext cx="381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9F04B-B7B1-419B-9BF7-749D818E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5B5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5B5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2EF2B-A089-475C-8711-FBEC58CA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1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4F1E8"/>
                </a:solidFill>
                <a:latin typeface="Arial"/>
                <a:ea typeface="Arial"/>
                <a:cs typeface="Arial"/>
              </a:rPr>
              <a:t>A completed checklist and one noted limitation of the device or browser.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6725F1-548F-495C-A863-370CE617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Pulse Run 07: Packaging the Phone Edition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AD004-F680-48CB-9732-8A9817F3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198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9A7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9A7A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70816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2026-09-25T16:29:25.2530000Z</dcterms:created>
  <dcterms:modified xsi:type="dcterms:W3CDTF">2026-09-25T16:29:25.2530000Z</dcterms:modified>
</coreProperties>
</file>