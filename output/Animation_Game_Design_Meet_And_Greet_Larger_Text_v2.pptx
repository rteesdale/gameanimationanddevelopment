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91fcc920c24f3c" /><Relationship Type="http://schemas.openxmlformats.org/officeDocument/2006/relationships/extended-properties" Target="/docProps/app.xml" Id="Rc5c7b1d1be194fd9" /><Relationship Type="http://schemas.openxmlformats.org/officeDocument/2006/relationships/officeDocument" Target="/ppt/presentation.xml" Id="R8bd4ab11b7de4e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e4de962ef04c61"/>
  </p:sldMasterIdLst>
  <p:notesMasterIdLst>
    <p:notesMasterId xmlns:r="http://schemas.openxmlformats.org/officeDocument/2006/relationships" r:id="R89048a3572e74085"/>
  </p:notesMasterIdLst>
  <p:sldIdLst>
    <p:sldId xmlns:r="http://schemas.openxmlformats.org/officeDocument/2006/relationships" id="256" r:id="R747e3212fbd64ef0"/>
    <p:sldId xmlns:r="http://schemas.openxmlformats.org/officeDocument/2006/relationships" id="257" r:id="R199ba5e3cd6a4cf1"/>
    <p:sldId xmlns:r="http://schemas.openxmlformats.org/officeDocument/2006/relationships" id="258" r:id="R533858f70847417d"/>
    <p:sldId xmlns:r="http://schemas.openxmlformats.org/officeDocument/2006/relationships" id="259" r:id="R84ede79e92504578"/>
    <p:sldId xmlns:r="http://schemas.openxmlformats.org/officeDocument/2006/relationships" id="260" r:id="R11da116fa5114790"/>
    <p:sldId xmlns:r="http://schemas.openxmlformats.org/officeDocument/2006/relationships" id="261" r:id="Reb0ab07be9f24e11"/>
    <p:sldId xmlns:r="http://schemas.openxmlformats.org/officeDocument/2006/relationships" id="262" r:id="Re80d11aeb1fb4f9a"/>
    <p:sldId xmlns:r="http://schemas.openxmlformats.org/officeDocument/2006/relationships" id="263" r:id="Rf39bed502a9747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6fa059cb734ed7" /><Relationship Type="http://schemas.openxmlformats.org/officeDocument/2006/relationships/slideMaster" Target="/ppt/slideMasters/slideMaster1.xml" Id="Rfae4de962ef04c61" /><Relationship Type="http://schemas.openxmlformats.org/officeDocument/2006/relationships/notesMaster" Target="/ppt/notesMasters/notesMaster1.xml" Id="R89048a3572e74085" /><Relationship Type="http://schemas.openxmlformats.org/officeDocument/2006/relationships/presProps" Target="/ppt/presProps.xml" Id="R811e9ecbc31141f6" /><Relationship Type="http://schemas.openxmlformats.org/officeDocument/2006/relationships/tableStyles" Target="/ppt/tableStyles.xml" Id="Rc98e173578bb46b7" /><Relationship Type="http://schemas.openxmlformats.org/officeDocument/2006/relationships/slide" Target="/ppt/slides/slide1.xml" Id="R747e3212fbd64ef0" /><Relationship Type="http://schemas.openxmlformats.org/officeDocument/2006/relationships/slide" Target="/ppt/slides/slide2.xml" Id="R199ba5e3cd6a4cf1" /><Relationship Type="http://schemas.openxmlformats.org/officeDocument/2006/relationships/slide" Target="/ppt/slides/slide3.xml" Id="R533858f70847417d" /><Relationship Type="http://schemas.openxmlformats.org/officeDocument/2006/relationships/slide" Target="/ppt/slides/slide4.xml" Id="R84ede79e92504578" /><Relationship Type="http://schemas.openxmlformats.org/officeDocument/2006/relationships/slide" Target="/ppt/slides/slide5.xml" Id="R11da116fa5114790" /><Relationship Type="http://schemas.openxmlformats.org/officeDocument/2006/relationships/slide" Target="/ppt/slides/slide6.xml" Id="Reb0ab07be9f24e11" /><Relationship Type="http://schemas.openxmlformats.org/officeDocument/2006/relationships/slide" Target="/ppt/slides/slide7.xml" Id="Re80d11aeb1fb4f9a" /><Relationship Type="http://schemas.openxmlformats.org/officeDocument/2006/relationships/slide" Target="/ppt/slides/slide8.xml" Id="Rf39bed502a97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f6c71b6d4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8092d0c9e341aa" /><Relationship Type="http://schemas.openxmlformats.org/officeDocument/2006/relationships/notesMaster" Target="/ppt/notesMasters/notesMaster1.xml" Id="Ra02924e4c44d43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6b4b1db6cc43a2" /><Relationship Type="http://schemas.openxmlformats.org/officeDocument/2006/relationships/notesMaster" Target="/ppt/notesMasters/notesMaster1.xml" Id="Rcae9da4391b445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fcc178151e4b57" /><Relationship Type="http://schemas.openxmlformats.org/officeDocument/2006/relationships/notesMaster" Target="/ppt/notesMasters/notesMaster1.xml" Id="Ra57850369ae54f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5b75c2c96247a7" /><Relationship Type="http://schemas.openxmlformats.org/officeDocument/2006/relationships/notesMaster" Target="/ppt/notesMasters/notesMaster1.xml" Id="Rece02a2fa01e4c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24a2cce3f74f8c" /><Relationship Type="http://schemas.openxmlformats.org/officeDocument/2006/relationships/notesMaster" Target="/ppt/notesMasters/notesMaster1.xml" Id="R5d169e7423004d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e192f2e874418" /><Relationship Type="http://schemas.openxmlformats.org/officeDocument/2006/relationships/notesMaster" Target="/ppt/notesMasters/notesMaster1.xml" Id="Rfa833400b7884c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4facac48fc4f23" /><Relationship Type="http://schemas.openxmlformats.org/officeDocument/2006/relationships/notesMaster" Target="/ppt/notesMasters/notesMaster1.xml" Id="Re5d0a1462cf946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2c9b03ab454558" /><Relationship Type="http://schemas.openxmlformats.org/officeDocument/2006/relationships/notesMaster" Target="/ppt/notesMasters/notesMaster1.xml" Id="R1ec975fcc5654f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students warmly. Keep the tone conversational.</a:t>
            </a:r>
          </a:p>
          <a:p xmlns:a="http://schemas.openxmlformats.org/drawingml/2006/main">
            <a:r>
              <a:t>Source context: D:\0_AnimationAndGameDesign\Curriculum\Wednesday_Studio_Session_Types.md and Academic_Year_Course_Outline_Find_It_Fix_It.md.</a:t>
            </a:r>
          </a:p>
          <a:p xmlns:a="http://schemas.openxmlformats.org/drawingml/2006/main">
            <a:r>
              <a:t>Image source: local workspace image game-development-google-classroom-photoreal-1600x400.png.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timing guide, not a rigid lecture.</a:t>
            </a:r>
          </a:p>
          <a:p xmlns:a="http://schemas.openxmlformats.org/drawingml/2006/main">
            <a:r>
              <a:t>Invite short responses early so students know the session expects voices, not silence.</a:t>
            </a:r>
          </a:p>
          <a:p xmlns:a="http://schemas.openxmlformats.org/drawingml/2006/main">
            <a:r>
              <a:t>Source context: Orientation And Placement Meeting agenda in Wednesday_Studio_Session_Types.md.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studio to audience experience. This is the first big idea.</a:t>
            </a:r>
          </a:p>
          <a:p xmlns:a="http://schemas.openxmlformats.org/drawingml/2006/main">
            <a:r>
              <a:t>Image source: local workspace image game-development-google-classroom.png.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norms are adapted from the Studio Level 1 manual.</a:t>
            </a:r>
          </a:p>
          <a:p xmlns:a="http://schemas.openxmlformats.org/drawingml/2006/main">
            <a:r>
              <a:t>Ask students which one they think the group will need most.</a:t>
            </a:r>
          </a:p>
          <a:p xmlns:a="http://schemas.openxmlformats.org/drawingml/2006/main">
            <a:r>
              <a:t>Source context: StudioLevel1_Explorer_Game_Foundations_Instruction_Manual.md.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interactive. Ask for examples from students' games, shows, apps, or videos.</a:t>
            </a:r>
          </a:p>
          <a:p xmlns:a="http://schemas.openxmlformats.org/drawingml/2006/main">
            <a:r>
              <a:t>Image source: local Godot documentation image editor_intro_workspace_game.webp.</a:t>
            </a:r>
          </a:p>
          <a:p xmlns:a="http://schemas.openxmlformats.org/drawingml/2006/main">
            <a:r>
              <a:t>Source context: Lesson 1 vocabulary in StudioLevel1_Explorer_Game_Foundations_Instruction_Manual.md.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course pathway in plain language.</a:t>
            </a:r>
          </a:p>
          <a:p xmlns:a="http://schemas.openxmlformats.org/drawingml/2006/main">
            <a:r>
              <a:t>Source context: Core Teaching Principle and Year Goal in Academic_Year_Course_Outline_Find_It_Fix_It.md.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make placement feel fixed. Emphasize starting point, not ranking.</a:t>
            </a:r>
          </a:p>
          <a:p xmlns:a="http://schemas.openxmlformats.org/drawingml/2006/main">
            <a:r>
              <a:t>Source context: Studio Level Fit table in Academic_Year_Course_Outline_Find_It_Fix_It.md.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students answer in pairs first if the room is quiet.</a:t>
            </a:r>
          </a:p>
          <a:p xmlns:a="http://schemas.openxmlformats.org/drawingml/2006/main">
            <a:r>
              <a:t>Source context: Orientation And Placement Meeting outputs in Wednesday_Studio_Session_Types.md.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1264899ce49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253e6233d4fcf" /><Relationship Type="http://schemas.openxmlformats.org/officeDocument/2006/relationships/slideLayout" Target="/ppt/slideLayouts/slideLayout1.xml" Id="R2ac4de58963f40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4de58963f40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e007513644f89" /><Relationship Type="http://schemas.openxmlformats.org/officeDocument/2006/relationships/image" Target="/ppt/media/image.png" Id="R5ba9e59f4c504bda" /><Relationship Type="http://schemas.openxmlformats.org/officeDocument/2006/relationships/notesSlide" Target="/ppt/notesSlides/notesSlide1.xml" Id="Rafb7d91e79f945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028739a124153" /><Relationship Type="http://schemas.openxmlformats.org/officeDocument/2006/relationships/notesSlide" Target="/ppt/notesSlides/notesSlide2.xml" Id="R82f17e77f8b04d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d5d91dc7b4d78" /><Relationship Type="http://schemas.openxmlformats.org/officeDocument/2006/relationships/image" Target="/ppt/media/image2.png" Id="R90879f7f08334586" /><Relationship Type="http://schemas.openxmlformats.org/officeDocument/2006/relationships/notesSlide" Target="/ppt/notesSlides/notesSlide3.xml" Id="R92fd4deefe884e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c4e7342c745b3" /><Relationship Type="http://schemas.openxmlformats.org/officeDocument/2006/relationships/notesSlide" Target="/ppt/notesSlides/notesSlide4.xml" Id="R8d441f050d7244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26f982c90475d" /><Relationship Type="http://schemas.openxmlformats.org/officeDocument/2006/relationships/image" Target="/ppt/media/image.bin" Id="Rceac2b73cdde444e" /><Relationship Type="http://schemas.openxmlformats.org/officeDocument/2006/relationships/notesSlide" Target="/ppt/notesSlides/notesSlide5.xml" Id="Rb4cab2182e6c45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be1557a4c4029" /><Relationship Type="http://schemas.openxmlformats.org/officeDocument/2006/relationships/notesSlide" Target="/ppt/notesSlides/notesSlide6.xml" Id="R96f89c046d24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86b076b334945" /><Relationship Type="http://schemas.openxmlformats.org/officeDocument/2006/relationships/notesSlide" Target="/ppt/notesSlides/notesSlide7.xml" Id="R781e1f6677ad42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4e32bf27a4670" /><Relationship Type="http://schemas.openxmlformats.org/officeDocument/2006/relationships/notesSlide" Target="/ppt/notesSlides/notesSlide8.xml" Id="R222de8c087f149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9e59f4c504bda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26A3E-F08E-49D9-8EE4-CFCEE3BF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C3E40-E056-427F-9E52-A6C5BF5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Game Animation &amp; Development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C675C-B374-4BC5-9769-5D190E45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DE68A"/>
                </a:solidFill>
                <a:latin typeface="Aptos"/>
                <a:ea typeface="Aptos"/>
                <a:cs typeface="Aptos"/>
              </a:rPr>
              <a:t>First meet and greet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8FC7F-2AA9-44A1-B8B8-63AE52B8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is for names, interests, expectations, and the big idea behind the studio.</a:t>
            </a:r>
          </a:p>
        </p:txBody>
      </p:sp>
    </p:spTree>
    <p:extLst>
      <p:ext uri="{BB962C8B-B14F-4D97-AF65-F5344CB8AC3E}">
        <p14:creationId xmlns:p14="http://schemas.microsoft.com/office/powerpoint/2010/main" val="609170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33D2E-28CA-4EFB-93DB-1F83599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Simple Meeting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7F572-09AC-4DF4-84B0-AD22F4A1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short first session with plenty of room to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755F0-5DDD-4254-96A4-D6ED09C6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D3B46-2E8C-4CFB-850F-DFD0FB2C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34D97-5B99-4945-B67A-EAF6CC3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33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31D2F-CC5F-4F86-82D3-658FC30F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studio is 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FF4D6-5C8D-42A6-B341-42D3CBF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23B1F-803D-4098-BB5B-1D472446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F1B2B-22AA-4B86-810E-54D08A58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Introductions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7D006-F786-4B68-ACC6-2B97DB0D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Names, interests, and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6FF64-43FF-41F0-9D2A-43013570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6C781-3D2E-45AF-A2FC-11E2D5BF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04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9CC5F-4960-4ECA-8006-7466E2F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835A2-8566-4DCD-808E-0C8BDC42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we build and give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69DEC-A74A-4B96-8B52-C090965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DBA66-BF32-4080-A82F-49A404C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8EBA2-63DB-48E1-B863-7D4BE3E0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48CD5-915E-4024-80F4-00310CFE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Games, animation, users, and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86CE3-8055-4B7B-9C40-23D9E0B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C86BF-8801-41B2-8319-98E7C1D6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7B028-979F-402C-935D-833F752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05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1328C-DA68-48F1-8E5A-4FBE0233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33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Where each student begins 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62FD1-FFB5-4595-B06A-57584B08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DA969-3A58-462A-9F90-50D8D273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A9265-38B5-4F35-8023-FC147D63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would make this studio worth showing up for each week?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66309-0861-4FF2-9399-6FA745D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2</a:t>
            </a:r>
          </a:p>
        </p:txBody>
      </p:sp>
    </p:spTree>
    <p:extLst>
      <p:ext uri="{BB962C8B-B14F-4D97-AF65-F5344CB8AC3E}">
        <p14:creationId xmlns:p14="http://schemas.microsoft.com/office/powerpoint/2010/main" val="1376871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E5A25-4342-489E-8DE9-5E236DDE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Studio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A1195-C6AD-43AE-A3F4-802AB362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aim is to make work that another person can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01AD0-0949-49BC-9BB0-E0963961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will learn by making visible progress, testing early, and explaining how each change affects the audience.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56615-9D68-47C0-B463-846524E4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game idea becomes clearer when someone else tries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4B7CB-2EF5-4419-9CEE-4DE2B8F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An animation becomes stronger when motion, timing, and feeling connect.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D2D77-3583-4714-8557-C84BE55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small improvement can teach more than a large unfinished plan.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79f7f08334586"/>
          <a:srcRect xmlns:a="http://schemas.openxmlformats.org/drawingml/2006/main" l="37500" t="0" r="37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5049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33301-9E9A-4800-B611-28F8B0A6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BC785-B4F2-4C6E-9200-586127B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FB6C2-AAEA-4ED1-90F1-C1F8A83D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Think of a game, animation, or app you like. What does it make the audience do or feel?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97B80-0CBD-425B-AE0B-910A0E06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3</a:t>
            </a:r>
          </a:p>
        </p:txBody>
      </p:sp>
    </p:spTree>
    <p:extLst>
      <p:ext uri="{BB962C8B-B14F-4D97-AF65-F5344CB8AC3E}">
        <p14:creationId xmlns:p14="http://schemas.microsoft.com/office/powerpoint/2010/main" val="1776219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6CF63-2845-4CD1-912F-B306E0FF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9F672-A192-43A1-95BB-8988F0F6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Good creative work needs trust, iteration, and clear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44794-BC06-4F2F-AA8A-AE414C62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Test 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2D4B3-B098-4926-9530-A09CAB9F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Show rough work before it feels finished.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9B947-478A-4AC0-88AB-7D2E938D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Save often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2A9EA-0092-4EDA-B7D7-FF541E4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Protect progress before risky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CA2FC-DCF7-4A0E-B8C8-B9F7D5C8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Describe problems clearly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04DF0-E24F-4709-B039-57746DB9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 what happened and where it happened.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7C6BB-A634-4CE0-90C9-DB3687C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Focus feedback on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E0B04-DFCD-4945-9E4D-69C1049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Critique the design, experience, or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BFD83-1DEA-487C-BEB8-0A7C5603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Credit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C7CF8-C7B8-4B0B-B44D-CA6D070F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Respect the people whose work helps your project.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032F8-C1B5-49F4-8BA7-70882B8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Improve one small thing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7FAAF-458F-4A00-8077-2DBDAD16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Choose a change you can test this week.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7FEBB-B77E-44DC-BF65-B10BB4C6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6AEAF-4E44-41CD-8258-97B09714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B358F-A46A-4BBD-A80A-4BFC1D92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Which norm will help us most when the work gets difficult?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97489-173A-4A4F-A90E-0240B4F2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4</a:t>
            </a:r>
          </a:p>
        </p:txBody>
      </p:sp>
    </p:spTree>
    <p:extLst>
      <p:ext uri="{BB962C8B-B14F-4D97-AF65-F5344CB8AC3E}">
        <p14:creationId xmlns:p14="http://schemas.microsoft.com/office/powerpoint/2010/main" val="1247564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2FB5B-B205-4454-BC9F-E77F8030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Designed Experiences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DACEF-E4C0-40AA-B2DF-411BC7D5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 and animations are built from choices that shape what people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450CC-2042-4B4B-9100-8DEB4D74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Player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9C580-2A52-4F04-ACA1-098F8EE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526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7E7D2-85B6-40C0-B735-482BDFC8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7FCD6-874C-4947-A261-776BBD0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tries to achieve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4DCE-0FAB-4C89-AA55-2CEDE427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B4547-3194-4687-9E33-BF5F709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limits or guides the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A5534-B94E-4253-B60A-C90A33A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87581-147B-4DC4-82C8-ECF639E8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the work tells the audience 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7DE73-4446-4E0D-85D4-408638A2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Feeling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91CDB-6D1B-4394-92DD-C4C429FA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67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response the design is trying to create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c2b73cdde444e"/>
          <a:srcRect xmlns:a="http://schemas.openxmlformats.org/drawingml/2006/main" l="16912" t="0" r="16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76400"/>
            <a:ext cx="3429000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9967E-36EE-4F52-A5F4-26E320A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E6B53-5736-4642-8100-668C2CC0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7D425-776F-4F53-9F0A-5E0F450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you play or watch something, what makes you say I understand what to 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D0F89-09C9-4002-8E9B-3B3EC80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5</a:t>
            </a:r>
          </a:p>
        </p:txBody>
      </p:sp>
    </p:spTree>
    <p:extLst>
      <p:ext uri="{BB962C8B-B14F-4D97-AF65-F5344CB8AC3E}">
        <p14:creationId xmlns:p14="http://schemas.microsoft.com/office/powerpoint/2010/main" val="1422261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3B2F9-EA36-49BF-8607-9D6E66EF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Find It, Fix It, Play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11668-C5FC-44BE-8179-E548460A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first projects start with small changes to working or partly working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4F65A-E450-4B80-BA07-B365AF23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2EC75-8B6B-4F41-A3CF-88DFEFB5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643B9-0372-4F12-9D47-4BF77F2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is unclear, missing, unfair, broken, or weak?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1DDE1-93A8-4DAA-BDDA-07BF9D7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DC503-C5F8-49AA-8CD3-A225C0A9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F8033-733E-4073-8341-F8767F8C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Change one thing that a player can notice.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8AB0E-3DD5-453E-9237-EB3ABBCE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2005A-BB5E-4BD4-87AD-9855AF11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A88A1-6A87-49D8-983B-4B2DE94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Let another person try it before you explain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D5C74-60C5-4D10-936A-D78E30F7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E3115-0576-49B4-B62E-7CDF5717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A9EB4-C6C4-4C9E-93B4-4456406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Describe how the player experience changed.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216C9-466B-4795-82DA-5F92A564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First task mindset: one small improvement, tested with a real person.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0B88B-8E9F-4A2B-B1C4-3ED5ACD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6F589-936B-428C-A6BF-1333EC08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55859-6AC5-4DB6-9E65-193AA879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kind of problem do you notice first in games: controls, fairness, story, visuals, sound, or instructions?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31026-CBFF-4C74-A669-B8771D01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6</a:t>
            </a:r>
          </a:p>
        </p:txBody>
      </p:sp>
    </p:spTree>
    <p:extLst>
      <p:ext uri="{BB962C8B-B14F-4D97-AF65-F5344CB8AC3E}">
        <p14:creationId xmlns:p14="http://schemas.microsoft.com/office/powerpoint/2010/main" val="1857272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76652-2B65-414C-8B6C-7ABA8446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6405C-ACEC-4068-98FF-8D56EBB4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Students can begin at different levels and still share the same studio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6FDE6-F2D8-43A0-8584-5282628F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620C0-98AA-46BD-B819-5C36456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1342D-C058-4BC0-AEB8-887148EC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Modify and explain a simple 2D game prototype.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B4751-F7E6-4B6E-8CEB-FD4A5442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F485F-50A2-4790-B277-D9588DFB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220FB-3BA5-4F56-98CC-099D017F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Repair, tune, and extend an arcade-style game.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7E9E8-325A-442A-9C94-2EC5DADB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Designer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0AC8D-E607-486A-8C34-EBFFD4A8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B4D74-3B9B-47A9-A434-4E6F6AED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Improve story, UI, feedback, systems, and user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21DC8-BA60-4127-AC5B-ACF087CB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80A6B-E413-4C37-A0EF-5B9A9C80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25C5B-7F75-4127-B5ED-B0E7346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Contribute to a team project with a defined production role.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CD8A5-23B6-4173-AF1A-D9177699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Director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FA743-757A-4A14-800B-DA18481F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624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0588F-5798-4463-A77F-673BD4D0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Prepare a polished demo, pitch, and documentation.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89E01-130A-4507-B08D-A495A9A2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248C0-178C-4D23-927D-35462948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7868A-C4F1-4C1E-A7C6-8D474A31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do you think you are starting, and what would help you move up one level?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491C5-281A-433C-A3DD-FAC5E92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7</a:t>
            </a:r>
          </a:p>
        </p:txBody>
      </p:sp>
    </p:spTree>
    <p:extLst>
      <p:ext uri="{BB962C8B-B14F-4D97-AF65-F5344CB8AC3E}">
        <p14:creationId xmlns:p14="http://schemas.microsoft.com/office/powerpoint/2010/main" val="1659499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BB148-F6F3-4291-BDB8-AC2B74C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235E0-AFC3-4FDB-8793-F8B1BA29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these questions to learn who is in the room.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176D3-EE3D-40D5-9619-B30EF9D8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games, animations, tools, or stories have shaped your taste?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95C3D-EBB6-44AF-8715-57C53719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have you made before, even if it was small or unfinished?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A8666-580F-4CCB-9242-B5C03105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 you want to learn first: art, code, story, level design, sound, UI, or production?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7E782-010E-4C03-95F3-E611BDE1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access do you have to a laptop, files, and Google Classroom?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013A6-0835-4CA1-A7DB-99A9C2E4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19300"/>
            <a:ext cx="2286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90CB2-7470-4673-9432-018E2524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F47F2-0C51-4C29-9DB9-9A8091B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1771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Join Google Classroom, complete the interest form, and bring one idea or example to the next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E2F4A-20B6-4C60-B101-CE290A2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08287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2026-09-17T18:40:55.4110000Z</dcterms:created>
  <dcterms:modified xsi:type="dcterms:W3CDTF">2026-09-17T18:40:55.4120000Z</dcterms:modified>
</coreProperties>
</file>