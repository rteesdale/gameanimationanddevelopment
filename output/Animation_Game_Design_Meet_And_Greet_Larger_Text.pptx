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efd87b739e429d" /><Relationship Type="http://schemas.openxmlformats.org/officeDocument/2006/relationships/extended-properties" Target="/docProps/app.xml" Id="Rfcac47a4c23642ec" /><Relationship Type="http://schemas.openxmlformats.org/officeDocument/2006/relationships/officeDocument" Target="/ppt/presentation.xml" Id="R80e7e58b3add42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5bc6962ba149ed"/>
  </p:sldMasterIdLst>
  <p:notesMasterIdLst>
    <p:notesMasterId xmlns:r="http://schemas.openxmlformats.org/officeDocument/2006/relationships" r:id="R989e62a863394561"/>
  </p:notesMasterIdLst>
  <p:sldIdLst>
    <p:sldId xmlns:r="http://schemas.openxmlformats.org/officeDocument/2006/relationships" id="256" r:id="Reabca57c1f6a46e2"/>
    <p:sldId xmlns:r="http://schemas.openxmlformats.org/officeDocument/2006/relationships" id="257" r:id="R33f61dd985cb4fa7"/>
    <p:sldId xmlns:r="http://schemas.openxmlformats.org/officeDocument/2006/relationships" id="258" r:id="R3b7f724e1b2447e5"/>
    <p:sldId xmlns:r="http://schemas.openxmlformats.org/officeDocument/2006/relationships" id="259" r:id="R732a141973634584"/>
    <p:sldId xmlns:r="http://schemas.openxmlformats.org/officeDocument/2006/relationships" id="260" r:id="R5fa27e168e21411f"/>
    <p:sldId xmlns:r="http://schemas.openxmlformats.org/officeDocument/2006/relationships" id="261" r:id="Rf14d13a33d6a4f24"/>
    <p:sldId xmlns:r="http://schemas.openxmlformats.org/officeDocument/2006/relationships" id="262" r:id="R3d3f6f61ba0947f0"/>
    <p:sldId xmlns:r="http://schemas.openxmlformats.org/officeDocument/2006/relationships" id="263" r:id="Rc7b23e1e97354c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3c69f60314505" /><Relationship Type="http://schemas.openxmlformats.org/officeDocument/2006/relationships/slideMaster" Target="/ppt/slideMasters/slideMaster1.xml" Id="Rfd5bc6962ba149ed" /><Relationship Type="http://schemas.openxmlformats.org/officeDocument/2006/relationships/notesMaster" Target="/ppt/notesMasters/notesMaster1.xml" Id="R989e62a863394561" /><Relationship Type="http://schemas.openxmlformats.org/officeDocument/2006/relationships/presProps" Target="/ppt/presProps.xml" Id="R8e24034b1c1d4ac1" /><Relationship Type="http://schemas.openxmlformats.org/officeDocument/2006/relationships/tableStyles" Target="/ppt/tableStyles.xml" Id="R26055e84b1914707" /><Relationship Type="http://schemas.openxmlformats.org/officeDocument/2006/relationships/slide" Target="/ppt/slides/slide1.xml" Id="Reabca57c1f6a46e2" /><Relationship Type="http://schemas.openxmlformats.org/officeDocument/2006/relationships/slide" Target="/ppt/slides/slide2.xml" Id="R33f61dd985cb4fa7" /><Relationship Type="http://schemas.openxmlformats.org/officeDocument/2006/relationships/slide" Target="/ppt/slides/slide3.xml" Id="R3b7f724e1b2447e5" /><Relationship Type="http://schemas.openxmlformats.org/officeDocument/2006/relationships/slide" Target="/ppt/slides/slide4.xml" Id="R732a141973634584" /><Relationship Type="http://schemas.openxmlformats.org/officeDocument/2006/relationships/slide" Target="/ppt/slides/slide5.xml" Id="R5fa27e168e21411f" /><Relationship Type="http://schemas.openxmlformats.org/officeDocument/2006/relationships/slide" Target="/ppt/slides/slide6.xml" Id="Rf14d13a33d6a4f24" /><Relationship Type="http://schemas.openxmlformats.org/officeDocument/2006/relationships/slide" Target="/ppt/slides/slide7.xml" Id="R3d3f6f61ba0947f0" /><Relationship Type="http://schemas.openxmlformats.org/officeDocument/2006/relationships/slide" Target="/ppt/slides/slide8.xml" Id="Rc7b23e1e97354c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255ec9904e42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7f3ad4638e461f" /><Relationship Type="http://schemas.openxmlformats.org/officeDocument/2006/relationships/notesMaster" Target="/ppt/notesMasters/notesMaster1.xml" Id="R0c53bd5a0f8042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724947d359493c" /><Relationship Type="http://schemas.openxmlformats.org/officeDocument/2006/relationships/notesMaster" Target="/ppt/notesMasters/notesMaster1.xml" Id="Rd1f442db1747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30d02ac00147ac" /><Relationship Type="http://schemas.openxmlformats.org/officeDocument/2006/relationships/notesMaster" Target="/ppt/notesMasters/notesMaster1.xml" Id="Rcf629634701241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60b004fe0b4a90" /><Relationship Type="http://schemas.openxmlformats.org/officeDocument/2006/relationships/notesMaster" Target="/ppt/notesMasters/notesMaster1.xml" Id="Rf9fdc4acdc31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71b51a0df49df" /><Relationship Type="http://schemas.openxmlformats.org/officeDocument/2006/relationships/notesMaster" Target="/ppt/notesMasters/notesMaster1.xml" Id="R9595ba9f81b64a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737f9f946416e" /><Relationship Type="http://schemas.openxmlformats.org/officeDocument/2006/relationships/notesMaster" Target="/ppt/notesMasters/notesMaster1.xml" Id="R15f502553eeb43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d9d91cd35f4a9b" /><Relationship Type="http://schemas.openxmlformats.org/officeDocument/2006/relationships/notesMaster" Target="/ppt/notesMasters/notesMaster1.xml" Id="R86468c7b31c446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afad4d8000424a" /><Relationship Type="http://schemas.openxmlformats.org/officeDocument/2006/relationships/notesMaster" Target="/ppt/notesMasters/notesMaster1.xml" Id="R9ca0dd40f0a9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Welcome students warmly. Keep the tone conversational.</a:t>
            </a:r>
          </a:p>
          <a:p xmlns:a="http://schemas.openxmlformats.org/drawingml/2006/main">
            <a:r>
              <a:t>Source context: D:\0_AnimationAndGameDesign\Curriculum\Wednesday_Studio_Session_Types.md and Academic_Year_Course_Outline_Find_It_Fix_It.md.</a:t>
            </a:r>
          </a:p>
          <a:p xmlns:a="http://schemas.openxmlformats.org/drawingml/2006/main">
            <a:r>
              <a:t>Image source: local workspace image game-development-google-classroom-photoreal-1600x400.png.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timing guide, not a rigid lecture.</a:t>
            </a:r>
          </a:p>
          <a:p xmlns:a="http://schemas.openxmlformats.org/drawingml/2006/main">
            <a:r>
              <a:t>Invite short responses early so students know the session expects voices, not silence.</a:t>
            </a:r>
          </a:p>
          <a:p xmlns:a="http://schemas.openxmlformats.org/drawingml/2006/main">
            <a:r>
              <a:t>Source context: Orientation And Placement Meeting agenda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studio to audience experience. This is the first big idea.</a:t>
            </a:r>
          </a:p>
          <a:p xmlns:a="http://schemas.openxmlformats.org/drawingml/2006/main">
            <a:r>
              <a:t>Image source: local workspace image game-development-google-classroom.png.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norms are adapted from the Studio Level 1 manual.</a:t>
            </a:r>
          </a:p>
          <a:p xmlns:a="http://schemas.openxmlformats.org/drawingml/2006/main">
            <a:r>
              <a:t>Ask students which one they think the group will need most.</a:t>
            </a:r>
          </a:p>
          <a:p xmlns:a="http://schemas.openxmlformats.org/drawingml/2006/main">
            <a:r>
              <a:t>Source context: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interactive. Ask for examples from students' games, shows, apps, or videos.</a:t>
            </a:r>
          </a:p>
          <a:p xmlns:a="http://schemas.openxmlformats.org/drawingml/2006/main">
            <a:r>
              <a:t>Image source: local Godot documentation image editor_intro_workspace_game.webp.</a:t>
            </a:r>
          </a:p>
          <a:p xmlns:a="http://schemas.openxmlformats.org/drawingml/2006/main">
            <a:r>
              <a:t>Source context: Lesson 1 vocabulary in StudioLevel1_Explorer_Game_Foundations_Instruction_Manual.md.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course pathway in plain language.</a:t>
            </a:r>
          </a:p>
          <a:p xmlns:a="http://schemas.openxmlformats.org/drawingml/2006/main">
            <a:r>
              <a:t>Source context: Core Teaching Principle and Year Goal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make placement feel fixed. Emphasize starting point, not ranking.</a:t>
            </a:r>
          </a:p>
          <a:p xmlns:a="http://schemas.openxmlformats.org/drawingml/2006/main">
            <a:r>
              <a:t>Source context: Studio Level Fit table in Academic_Year_Course_Outline_Find_It_Fix_It.md.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students answer in pairs first if the room is quiet.</a:t>
            </a:r>
          </a:p>
          <a:p xmlns:a="http://schemas.openxmlformats.org/drawingml/2006/main">
            <a:r>
              <a:t>Source context: Orientation And Placement Meeting outputs in Wednesday_Studio_Session_Types.md.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735f091df4a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c56d1e64b4234" /><Relationship Type="http://schemas.openxmlformats.org/officeDocument/2006/relationships/slideLayout" Target="/ppt/slideLayouts/slideLayout1.xml" Id="Re47b2d2d7345446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7b2d2d7345446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69d252acf4aab" /><Relationship Type="http://schemas.openxmlformats.org/officeDocument/2006/relationships/image" Target="/ppt/media/image.png" Id="R23a62dddb9164386" /><Relationship Type="http://schemas.openxmlformats.org/officeDocument/2006/relationships/notesSlide" Target="/ppt/notesSlides/notesSlide1.xml" Id="R4b3615c6178e42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d6ee997c4dea" /><Relationship Type="http://schemas.openxmlformats.org/officeDocument/2006/relationships/notesSlide" Target="/ppt/notesSlides/notesSlide2.xml" Id="R07cf693a8d3948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d9a3cdef64c75" /><Relationship Type="http://schemas.openxmlformats.org/officeDocument/2006/relationships/image" Target="/ppt/media/image2.png" Id="Red0de1c5daf84c4c" /><Relationship Type="http://schemas.openxmlformats.org/officeDocument/2006/relationships/notesSlide" Target="/ppt/notesSlides/notesSlide3.xml" Id="R54ec9474a2dc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f8c198a7b4ae1" /><Relationship Type="http://schemas.openxmlformats.org/officeDocument/2006/relationships/notesSlide" Target="/ppt/notesSlides/notesSlide4.xml" Id="Rebd0c9d5284e45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8b1b9add41d2" /><Relationship Type="http://schemas.openxmlformats.org/officeDocument/2006/relationships/image" Target="/ppt/media/image.bin" Id="R1bb5bc2e02ae4a99" /><Relationship Type="http://schemas.openxmlformats.org/officeDocument/2006/relationships/notesSlide" Target="/ppt/notesSlides/notesSlide5.xml" Id="R36101ff926924e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357f55b3c4cfc" /><Relationship Type="http://schemas.openxmlformats.org/officeDocument/2006/relationships/notesSlide" Target="/ppt/notesSlides/notesSlide6.xml" Id="R712c59e865314c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a968fdf114200" /><Relationship Type="http://schemas.openxmlformats.org/officeDocument/2006/relationships/notesSlide" Target="/ppt/notesSlides/notesSlide7.xml" Id="R97b4ec76db2845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59d3be1bf45d8" /><Relationship Type="http://schemas.openxmlformats.org/officeDocument/2006/relationships/notesSlide" Target="/ppt/notesSlides/notesSlide8.xml" Id="R33c13f45921a4a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62dddb9164386"/>
          <a:srcRect xmlns:a="http://schemas.openxmlformats.org/drawingml/2006/main" l="27778" t="0" r="2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568B0-5ABC-4914-B7F7-27131325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3DB9E-A1C0-4829-BA7E-BB934019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Game Animation &amp; Development Studio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A54DE-BC74-47E5-B094-879539C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DE68A"/>
                </a:solidFill>
                <a:latin typeface="Aptos"/>
                <a:ea typeface="Aptos"/>
                <a:cs typeface="Aptos"/>
              </a:rPr>
              <a:t>First meet and greet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D62D3-A0CB-4837-AB5D-48EB25EB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Today is for names, interests, expectations, and the big idea behind the studio.</a:t>
            </a:r>
          </a:p>
        </p:txBody>
      </p:sp>
    </p:spTree>
    <p:extLst>
      <p:ext uri="{BB962C8B-B14F-4D97-AF65-F5344CB8AC3E}">
        <p14:creationId xmlns:p14="http://schemas.microsoft.com/office/powerpoint/2010/main" val="381303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B197B-408B-4035-9D8B-A38376EB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 Meeting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F8407-DA63-4D51-B863-CF4813C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short first session with plenty of room to 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5B01-B791-44A2-8726-1C4FB2DB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FD420-1158-423A-9353-989CEB08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ADC00-21C8-492D-8325-C7C6EDE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33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Welcome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CB7A2-7F96-4721-8816-A03C07FA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studio is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FB6FB-E9AC-452E-AD5C-B586F42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B451D-EA9D-4DBF-99EC-77A14B7F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574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57CA6-75D5-4815-9D3A-D084ED8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Introductions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CD3B9-A130-4DE8-93B0-826DF36B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Names, interests, and experience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B974A-8612-4599-97AB-17EE7634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908ED-8752-4B48-A612-8505A1BC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004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0E60D-D6B4-42E7-B032-738F8C7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19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5A2E4-4789-4EFD-ACF6-B82A51A4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we build and give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FE268-197F-4708-842A-8FAE277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B134E-E125-4873-BDB6-1870B4CB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CAFB99-0BAC-4369-81AC-9DC7F712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09F81-F956-455A-AD71-B7FBBDE7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909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Games, animation, users, and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86B39-3E95-4D32-8404-CCF9F62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E2457-B1C8-4CA1-B95F-B7D3DF70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8630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B91030-ACAD-48D1-9CB8-4A628DDD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05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411E78-8748-4A50-8058-2E815FB2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33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Where each student begins next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AD09B-C10D-468B-91B9-BB6122F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23F9E-4E1E-42AB-9048-9C619DDC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B7E60-077C-4B47-8E28-41F8B93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would make this studio worth showing up for each week?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1F4921-E9DB-4543-9D44-654B6FB5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2</a:t>
            </a:r>
          </a:p>
        </p:txBody>
      </p:sp>
    </p:spTree>
    <p:extLst>
      <p:ext uri="{BB962C8B-B14F-4D97-AF65-F5344CB8AC3E}">
        <p14:creationId xmlns:p14="http://schemas.microsoft.com/office/powerpoint/2010/main" val="1203268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81C37-8FC2-4866-AD80-B437784A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This Studio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F3655-52D7-4CAF-BC65-C6F23610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aim is to make work that another person can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8F61C-568A-4F09-997A-1751269E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Students will learn by making visible progress, testing early, and explaining how each change affects the audience.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B3C90-9035-4FE5-A949-3A316C69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game idea becomes clearer when someone else tries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9107B-9659-4F81-AA60-6FC81488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An animation becomes stronger when motion, timing, and feeling connect.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4B3A9-5B3A-4B9C-BCA3-76A664F1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A small improvement can teach more than a large unfinished plan.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de1c5daf84c4c"/>
          <a:srcRect xmlns:a="http://schemas.openxmlformats.org/drawingml/2006/main" l="37500" t="0" r="37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15049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F1B10-E37D-49DB-9EC2-B49AC2A8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4AA27-3EEB-4AEB-B379-9CC9EBC0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B947A-5A2A-47A6-8723-3075585C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721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Think of a game, animation, or app you like. What does it make the audience do or feel?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9FE89-6E13-4E3E-8BC7-65689A70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3</a:t>
            </a:r>
          </a:p>
        </p:txBody>
      </p:sp>
    </p:spTree>
    <p:extLst>
      <p:ext uri="{BB962C8B-B14F-4D97-AF65-F5344CB8AC3E}">
        <p14:creationId xmlns:p14="http://schemas.microsoft.com/office/powerpoint/2010/main" val="2037212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0B468-C73F-428A-9C93-4F6CFA6D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Studio Culture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3FE95-798E-4F5F-B141-64EEFCA3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Good creative work needs trust, iteration, and clear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50B0C-4841-48F0-A138-EF508377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Test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D6199-14C0-4D00-BA1F-EE547A8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Show rough work before it feels finished.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3232C-E50E-4D03-A055-337D912A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Save often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C71A5-92B4-4651-8274-24E35B01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Protect progress before risky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2C0A7-5AE0-429F-AA16-DE276DE7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Describe problems clearly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253B9-6BAE-4558-9A99-51945B4F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Name what happened and where it happened.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BAAB5-A2CB-4C1B-90C1-6700239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Focus feedback on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E5E47-9865-427D-9983-A07FC6CC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6230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Critique the design, experience, or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71650-706E-4220-B0EB-B3B4EB63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Credit assets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E4EDA-D1C2-40D1-A88A-4CBFCCB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Respect the people whose work helps your project.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FC093-3B96-4193-8A2B-A5532B8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Improve one small thing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71ACD-66FD-44B1-AD18-BE4C7C4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Choose a change you can test this week.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E471C-CAC7-4DDF-B7D1-05D47D5F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5FD74-96D3-456F-8178-99D408BE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5D1F6-5DE3-4FF5-A0C0-DD67F7FE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Which norm will help us most when the work gets difficult?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E5103-17BA-48D5-9766-43DE2C7E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4</a:t>
            </a:r>
          </a:p>
        </p:txBody>
      </p:sp>
    </p:spTree>
    <p:extLst>
      <p:ext uri="{BB962C8B-B14F-4D97-AF65-F5344CB8AC3E}">
        <p14:creationId xmlns:p14="http://schemas.microsoft.com/office/powerpoint/2010/main" val="480157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10F54-8B1E-43D6-AEC3-A3AD624C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Designed Experiences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4857-E92D-4C28-A81C-7CE35C98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Games and animations are built from choices that shape what people notice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DEB83-925F-43A1-ACF7-AF54C263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Player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DCD5C-F52E-4A2F-9D34-545F5896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526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does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77939-7B1F-45C4-AA5B-F47C8BE0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236A-1C4A-45D3-AA07-B66E09F1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81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the player tries to achieve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260A1-9068-471C-9B48-9736826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FBE92-0294-4B76-9DB1-E5F4D378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09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limits or guides the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E3155-4D5F-41AD-B238-B4A595AA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0EA7A-F5FE-4AED-B5F5-81E7E9DE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How the work tells the audience what changed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FCC9E-49F2-40C8-9924-F05FCDF3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Feeling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4A6CF-5EDE-464A-B6D8-332F6F4C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67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response the design is trying to create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5bc2e02ae4a99"/>
          <a:srcRect xmlns:a="http://schemas.openxmlformats.org/drawingml/2006/main" l="16912" t="0" r="16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76400"/>
            <a:ext cx="3429000" cy="2857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E9950-A61B-4B19-A6B6-E1086231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EF609-4EBB-4525-9324-7BE6A7B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EC4BAC-5B2C-4851-B51A-976757F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When you play or watch something, what makes you say I understand what to 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9392B-5822-4255-9779-4F6BD4F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5</a:t>
            </a:r>
          </a:p>
        </p:txBody>
      </p:sp>
    </p:spTree>
    <p:extLst>
      <p:ext uri="{BB962C8B-B14F-4D97-AF65-F5344CB8AC3E}">
        <p14:creationId xmlns:p14="http://schemas.microsoft.com/office/powerpoint/2010/main" val="396113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336F1-89CD-40C7-B478-C8FB834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Big Idea: Find It, Fix It, Play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BD8A7-C5D3-4624-AF52-ED91ED7B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The first projects start with small changes to working or partly working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5C422-C703-4CA6-A67D-41805A2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1521B-0789-43F7-811A-909D4598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Find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A247-E72A-44C7-9908-EC68450F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What is unclear, missing, unfair, broken, or weak?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1798F-D69D-43FF-8BD1-70559CF2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D59AE-5F9E-4517-9B30-ACE832D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1F442-F30A-4238-807D-E470FB64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Change one thing that a player can notice.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31DE2-C0E9-4C0B-9609-5CBF3CC3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2C72CD-3C00-4634-8F88-8F6CDAF4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8EC61-F844-4D29-8FE2-86D198BF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Let another person try it before you explain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473D3-198B-4634-B541-F4CA017C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885950"/>
            <a:ext cx="2343150" cy="24765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438D-DE46-419E-9421-3E94A648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336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3F3C9-FDEE-4C22-8B55-1F7D6716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0350"/>
            <a:ext cx="1885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Describe how the player experience changed.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168B0-8BB6-4CD0-92BF-17530836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First task mindset: one small improvement, tested with a real person.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195B67-BB66-475F-BB01-1F9B1E0B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DFD76-CC10-4DCB-9608-99CA632B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972DE-8FDF-4071-A78F-990DB69A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kind of problem do you notice first in games: controls, fairness, story, visuals, sound, or instructions?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9F736-0956-4EC2-9E95-75928C9C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6</a:t>
            </a:r>
          </a:p>
        </p:txBody>
      </p:sp>
    </p:spTree>
    <p:extLst>
      <p:ext uri="{BB962C8B-B14F-4D97-AF65-F5344CB8AC3E}">
        <p14:creationId xmlns:p14="http://schemas.microsoft.com/office/powerpoint/2010/main" val="1406896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55FA1A-723F-4163-B5DC-743A61F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Starting Pathways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07530-1813-43BD-9D16-6151A5F4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Students can begin at different levels and still share the same studio rhythm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5BEFB-85E2-4DE5-8D6D-80FF11A7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Explorer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15114-447A-4F7A-B656-AD2A770B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E6A34-A9DA-4481-B203-FF7B68FD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668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Modify and explain a simple 2D game prototype.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E390B-D781-417B-9249-700CA4CC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71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D579-8A10-4D55-8FD9-B17EC9C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13D33-F14E-4A19-8998-BF3D9D66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Repair, tune, and extend an arcade-style game.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4F7B4-8740-4887-A0C9-13D506DD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Designer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22DCA-4683-4D0E-B611-5E0E9759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3372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F9F13-DB54-4761-87A4-A362AC84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956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Improve story, UI, feedback, systems, and user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8A5EB7-B3C5-46E7-AB2C-5B0C6C14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E11D48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E11D48"/>
                </a:solidFill>
                <a:latin typeface="Aptos"/>
                <a:ea typeface="Aptos"/>
                <a:cs typeface="Aptos"/>
              </a:rPr>
              <a:t>Developer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6D5BF-1D7B-4FB6-B74F-F74D307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48100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92C9A-9282-4BF3-A088-0B80E94B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Contribute to a team project with a defined production role.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F1E30-3049-4552-9413-356A1932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14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Director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5BE9F-381A-4B60-8815-EF785F7B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62475"/>
            <a:ext cx="47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CAC9B-E904-4F9C-B544-A10BA6D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2437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Prepare a polished demo, pitch, and documentation.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5580B-2333-4AC5-B06F-A99E9E6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7F3F1"/>
          </a:solidFill>
          <a:ln xmlns:a="http://schemas.openxmlformats.org/drawingml/2006/main" w="9525">
            <a:solidFill>
              <a:srgbClr val="A7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01EC9-9405-4FBD-ACD1-5DD1D503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Discussion prompt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4A8A3A-06EB-4123-987C-3DD25DD7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Where do you think you are starting, and what would help you move up one level?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75FEA-1C58-41DB-8C85-0D75BFA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Game Animation &amp; Development Studio  7</a:t>
            </a:r>
          </a:p>
        </p:txBody>
      </p:sp>
    </p:spTree>
    <p:extLst>
      <p:ext uri="{BB962C8B-B14F-4D97-AF65-F5344CB8AC3E}">
        <p14:creationId xmlns:p14="http://schemas.microsoft.com/office/powerpoint/2010/main" val="1500884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54F68-6EE4-4D6B-9987-D8AC72EF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Conversation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59567-B1BF-46EC-BC2B-4FC4D2BC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Use these questions to learn who is in the room.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A8BB8-2E96-4A6B-BC99-0A52960A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games, animations, tools, or stories have shaped your taste?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F19C-6036-4B7D-A734-2560BFF5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have you made before, even if it was small or unfinished?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282F4-2203-4AD6-9CD4-0BE9D6B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052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 you want to learn first: art, code, story, level design, sound, UI, or production?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C2A523-925F-4BA5-B3D8-8BDD7F23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access do you have to a laptop, files, and Google Classroom?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760CC-5A48-49F2-A667-48AD212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19300"/>
            <a:ext cx="22860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6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7BB86-98E1-494F-8095-5BB59FF1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860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4F1CF-EDFF-458B-87BE-9733787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17716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Join Google Classroom, complete the interest form, and bring one idea or example to the next session.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77EBB-F4A5-4870-B05E-9E73AFF3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b="1">
                <a:solidFill>
                  <a:srgbClr val="FDE68A"/>
                </a:solidFill>
                <a:latin typeface="Aptos"/>
                <a:ea typeface="Aptos"/>
                <a:cs typeface="Aptos"/>
              </a:defRPr>
            </a:pPr>
            <a:r>
              <a:rPr b="1">
                <a:solidFill>
                  <a:srgbClr val="FDE68A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5480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2026-09-17T18:39:31.3950000Z</dcterms:created>
  <dcterms:modified xsi:type="dcterms:W3CDTF">2026-09-17T18:39:31.3960000Z</dcterms:modified>
</coreProperties>
</file>